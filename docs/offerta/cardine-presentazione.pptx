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9.xml" ContentType="application/vnd.openxmlformats-officedocument.presentationml.slide+xml"/>
  <Override PartName="/ppt/slides/slide1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6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theme/theme5.xml" ContentType="application/vnd.openxmlformats-officedocument.theme+xml"/>
  <Override PartName="/ppt/slideLayouts/slideLayout19.xml" ContentType="application/vnd.openxmlformats-officedocument.presentationml.slideLayout+xml"/>
  <Override PartName="/ppt/theme/theme6.xml" ContentType="application/vnd.openxmlformats-officedocument.theme+xml"/>
  <Override PartName="/ppt/slideLayouts/slideLayout20.xml" ContentType="application/vnd.openxmlformats-officedocument.presentationml.slideLayout+xml"/>
  <Override PartName="/ppt/theme/theme7.xml" ContentType="application/vnd.openxmlformats-officedocument.theme+xml"/>
  <Override PartName="/ppt/slideLayouts/slideLayout21.xml" ContentType="application/vnd.openxmlformats-officedocument.presentationml.slideLayout+xml"/>
  <Override PartName="/ppt/theme/theme8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9.xml" ContentType="application/vnd.openxmlformats-officedocument.theme+xml"/>
  <Override PartName="/ppt/slideLayouts/slideLayout24.xml" ContentType="application/vnd.openxmlformats-officedocument.presentationml.slideLayout+xml"/>
  <Override PartName="/ppt/theme/theme10.xml" ContentType="application/vnd.openxmlformats-officedocument.theme+xml"/>
  <Override PartName="/ppt/slideLayouts/slideLayout2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844" r:id="rId4"/>
    <p:sldMasterId id="2147483713" r:id="rId5"/>
    <p:sldMasterId id="2147483886" r:id="rId6"/>
    <p:sldMasterId id="2147483763" r:id="rId7"/>
    <p:sldMasterId id="2147483665" r:id="rId8"/>
    <p:sldMasterId id="2147483677" r:id="rId9"/>
    <p:sldMasterId id="2147483689" r:id="rId10"/>
    <p:sldMasterId id="2147483701" r:id="rId11"/>
    <p:sldMasterId id="2147483856" r:id="rId12"/>
    <p:sldMasterId id="2147483900" r:id="rId13"/>
    <p:sldMasterId id="2147483902" r:id="rId14"/>
  </p:sldMasterIdLst>
  <p:notesMasterIdLst>
    <p:notesMasterId r:id="rId55"/>
  </p:notesMasterIdLst>
  <p:handoutMasterIdLst>
    <p:handoutMasterId r:id="rId56"/>
  </p:handoutMasterIdLst>
  <p:sldIdLst>
    <p:sldId id="345" r:id="rId46"/>
    <p:sldId id="362" r:id="rId23"/>
    <p:sldId id="360" r:id="rId47"/>
    <p:sldId id="285" r:id="rId29"/>
    <p:sldId id="361" r:id="rId33"/>
    <p:sldId id="358" r:id="rId42"/>
    <p:sldId id="363" r:id="rId74"/>
    <p:sldId id="366" r:id="rId77"/>
    <p:sldId id="299" r:id="rId50"/>
    <p:sldId id="364" r:id="rId75"/>
    <p:sldId id="368" r:id="rId79"/>
    <p:sldId id="367" r:id="rId78"/>
    <p:sldId id="365" r:id="rId76"/>
    <p:sldId id="349" r:id="rId52"/>
  </p:sldIdLst>
  <p:sldSz cx="12192000" cy="6858000"/>
  <p:notesSz cx="6858000" cy="9144000"/>
  <p:embeddedFontLst>
    <p:embeddedFont>
      <p:font typeface="Oswald Light" panose="00000400000000000000" pitchFamily="2" charset="0"/>
      <p:regular r:id="rId57"/>
    </p:embeddedFont>
    <p:embeddedFont>
      <p:font typeface="Segoe Condensed" panose="020B0604020202020204" charset="0"/>
      <p:regular r:id="rId58"/>
      <p:bold r:id="rId59"/>
    </p:embeddedFont>
    <p:embeddedFont>
      <p:font typeface="Segoe UI" panose="020B0502040204020203" pitchFamily="34" charset="0"/>
      <p:regular r:id="rId60"/>
      <p:bold r:id="rId61"/>
      <p:italic r:id="rId62"/>
      <p:boldItalic r:id="rId63"/>
    </p:embeddedFont>
    <p:embeddedFont>
      <p:font typeface="Segoe UI Black" panose="020B0A02040204020203" pitchFamily="34" charset="0"/>
      <p:bold r:id="rId64"/>
      <p:boldItalic r:id="rId65"/>
    </p:embeddedFont>
    <p:embeddedFont>
      <p:font typeface="Segoe UI Light" panose="020B0502040204020203" pitchFamily="34" charset="0"/>
      <p:regular r:id="rId66"/>
      <p:italic r:id="rId67"/>
    </p:embeddedFont>
    <p:embeddedFont>
      <p:font typeface="Segoe UI Semibold" panose="020B0702040204020203" pitchFamily="34" charset="0"/>
      <p:bold r:id="rId68"/>
      <p:boldItalic r:id="rId69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1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958" userDrawn="1">
          <p15:clr>
            <a:srgbClr val="A4A3A4"/>
          </p15:clr>
        </p15:guide>
        <p15:guide id="4" orient="horz" pos="1706" userDrawn="1">
          <p15:clr>
            <a:srgbClr val="A4A3A4"/>
          </p15:clr>
        </p15:guide>
        <p15:guide id="5" orient="horz" pos="2160" userDrawn="1">
          <p15:clr>
            <a:srgbClr val="A4A3A4"/>
          </p15:clr>
        </p15:guide>
        <p15:guide id="6" orient="horz" pos="2455" userDrawn="1">
          <p15:clr>
            <a:srgbClr val="A4A3A4"/>
          </p15:clr>
        </p15:guide>
        <p15:guide id="7" orient="horz" pos="2908" userDrawn="1">
          <p15:clr>
            <a:srgbClr val="A4A3A4"/>
          </p15:clr>
        </p15:guide>
        <p15:guide id="8" orient="horz" pos="167" userDrawn="1">
          <p15:clr>
            <a:srgbClr val="A4A3A4"/>
          </p15:clr>
        </p15:guide>
        <p15:guide id="9" pos="257" userDrawn="1">
          <p15:clr>
            <a:srgbClr val="A4A3A4"/>
          </p15:clr>
        </p15:guide>
        <p15:guide id="10" pos="710" userDrawn="1">
          <p15:clr>
            <a:srgbClr val="A4A3A4"/>
          </p15:clr>
        </p15:guide>
        <p15:guide id="11" pos="7446" userDrawn="1">
          <p15:clr>
            <a:srgbClr val="A4A3A4"/>
          </p15:clr>
        </p15:guide>
        <p15:guide id="12" orient="horz" pos="3203" userDrawn="1">
          <p15:clr>
            <a:srgbClr val="A4A3A4"/>
          </p15:clr>
        </p15:guide>
        <p15:guide id="13" orient="horz" pos="3657" userDrawn="1">
          <p15:clr>
            <a:srgbClr val="A4A3A4"/>
          </p15:clr>
        </p15:guide>
        <p15:guide id="14" orient="horz" pos="6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7421"/>
    <a:srgbClr val="0078D4"/>
    <a:srgbClr val="E95909"/>
    <a:srgbClr val="013A4F"/>
    <a:srgbClr val="C20327"/>
    <a:srgbClr val="EE1C3E"/>
    <a:srgbClr val="85AA2D"/>
    <a:srgbClr val="ADD252"/>
    <a:srgbClr val="566E1D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226" autoAdjust="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>
        <p:guide orient="horz" pos="1412"/>
        <p:guide pos="3840"/>
        <p:guide orient="horz" pos="958"/>
        <p:guide orient="horz" pos="1706"/>
        <p:guide orient="horz" pos="2160"/>
        <p:guide orient="horz" pos="2455"/>
        <p:guide orient="horz" pos="2908"/>
        <p:guide orient="horz" pos="167"/>
        <p:guide pos="257"/>
        <p:guide pos="710"/>
        <p:guide pos="7446"/>
        <p:guide orient="horz" pos="3203"/>
        <p:guide orient="horz" pos="3657"/>
        <p:guide orient="horz" pos="66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6" d="100"/>
          <a:sy n="46" d="100"/>
        </p:scale>
        <p:origin x="2800" y="36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42" Type="http://schemas.openxmlformats.org/officeDocument/2006/relationships/slide" Target="slides/slide28.xml"/><Relationship Id="rId47" Type="http://schemas.openxmlformats.org/officeDocument/2006/relationships/slide" Target="slides/slide33.xml"/><Relationship Id="rId63" Type="http://schemas.openxmlformats.org/officeDocument/2006/relationships/font" Target="fonts/font7.fntdata"/><Relationship Id="rId68" Type="http://schemas.openxmlformats.org/officeDocument/2006/relationships/font" Target="fonts/font12.fntdata"/><Relationship Id="rId2" Type="http://schemas.openxmlformats.org/officeDocument/2006/relationships/customXml" Target="../customXml/item2.xml"/><Relationship Id="rId29" Type="http://schemas.openxmlformats.org/officeDocument/2006/relationships/slide" Target="slides/slide15.xml"/><Relationship Id="rId11" Type="http://schemas.openxmlformats.org/officeDocument/2006/relationships/slideMaster" Target="slideMasters/slideMaster8.xml"/><Relationship Id="rId58" Type="http://schemas.openxmlformats.org/officeDocument/2006/relationships/font" Target="fonts/font2.fntdata"/><Relationship Id="rId66" Type="http://schemas.openxmlformats.org/officeDocument/2006/relationships/font" Target="fonts/font10.fntdata"/><Relationship Id="rId5" Type="http://schemas.openxmlformats.org/officeDocument/2006/relationships/slideMaster" Target="slideMasters/slideMaster2.xml"/><Relationship Id="rId61" Type="http://schemas.openxmlformats.org/officeDocument/2006/relationships/font" Target="fonts/font5.fntdata"/><Relationship Id="rId14" Type="http://schemas.openxmlformats.org/officeDocument/2006/relationships/slideMaster" Target="slideMasters/slideMaster11.xml"/><Relationship Id="rId56" Type="http://schemas.openxmlformats.org/officeDocument/2006/relationships/handoutMaster" Target="handoutMasters/handoutMaster1.xml"/><Relationship Id="rId64" Type="http://schemas.openxmlformats.org/officeDocument/2006/relationships/font" Target="fonts/font8.fntdata"/><Relationship Id="rId69" Type="http://schemas.openxmlformats.org/officeDocument/2006/relationships/font" Target="fonts/font13.fntdata"/><Relationship Id="rId8" Type="http://schemas.openxmlformats.org/officeDocument/2006/relationships/slideMaster" Target="slideMasters/slideMaster5.xml"/><Relationship Id="rId72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33" Type="http://schemas.openxmlformats.org/officeDocument/2006/relationships/slide" Target="slides/slide19.xml"/><Relationship Id="rId46" Type="http://schemas.openxmlformats.org/officeDocument/2006/relationships/slide" Target="slides/slide32.xml"/><Relationship Id="rId59" Type="http://schemas.openxmlformats.org/officeDocument/2006/relationships/font" Target="fonts/font3.fntdata"/><Relationship Id="rId67" Type="http://schemas.openxmlformats.org/officeDocument/2006/relationships/font" Target="fonts/font11.fntdata"/><Relationship Id="rId62" Type="http://schemas.openxmlformats.org/officeDocument/2006/relationships/font" Target="fonts/font6.fntdata"/><Relationship Id="rId7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23" Type="http://schemas.openxmlformats.org/officeDocument/2006/relationships/slide" Target="slides/slide9.xml"/><Relationship Id="rId57" Type="http://schemas.openxmlformats.org/officeDocument/2006/relationships/font" Target="fonts/font1.fntdata"/><Relationship Id="rId10" Type="http://schemas.openxmlformats.org/officeDocument/2006/relationships/slideMaster" Target="slideMasters/slideMaster7.xml"/><Relationship Id="rId52" Type="http://schemas.openxmlformats.org/officeDocument/2006/relationships/slide" Target="slides/slide38.xml"/><Relationship Id="rId60" Type="http://schemas.openxmlformats.org/officeDocument/2006/relationships/font" Target="fonts/font4.fntdata"/><Relationship Id="rId65" Type="http://schemas.openxmlformats.org/officeDocument/2006/relationships/font" Target="fonts/font9.fntdata"/><Relationship Id="rId7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Master" Target="slideMasters/slideMaster10.xml"/><Relationship Id="rId50" Type="http://schemas.openxmlformats.org/officeDocument/2006/relationships/slide" Target="slides/slide36.xml"/><Relationship Id="rId55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71" Type="http://schemas.openxmlformats.org/officeDocument/2006/relationships/viewProps" Target="viewProps.xml"/><Relationship Id="rId74" Type="http://schemas.openxmlformats.org/officeDocument/2006/relationships/slide" Target="slides/slide41.xml"/><Relationship Id="rId75" Type="http://schemas.openxmlformats.org/officeDocument/2006/relationships/slide" Target="slides/slide42.xml"/><Relationship Id="rId76" Type="http://schemas.openxmlformats.org/officeDocument/2006/relationships/slide" Target="slides/slide43.xml"/><Relationship Id="rId77" Type="http://schemas.openxmlformats.org/officeDocument/2006/relationships/slide" Target="slides/slide44.xml"/><Relationship Id="rId78" Type="http://schemas.openxmlformats.org/officeDocument/2006/relationships/slide" Target="slides/slide45.xml"/><Relationship Id="rId79" Type="http://schemas.openxmlformats.org/officeDocument/2006/relationships/slide" Target="slides/slide46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AD15B04C-2EBA-8F0E-29F6-241CB4E32D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70AF667-6473-6E99-B8D5-90D6B1C03D3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9A5B89-E69F-47FD-9302-C1D1E6A870A6}" type="datetimeFigureOut">
              <a:rPr lang="it-IT" smtClean="0"/>
              <a:t>25/02/2026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58D80E5-3613-A187-A28C-440D71D9BD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0976630-13E7-DBEB-682C-0E9512519A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60437A-9FF6-4DB8-BFE4-92D9CD72FC8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0048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950D6F-2F7C-42F4-8875-2B7863704D2B}" type="datetimeFigureOut">
              <a:rPr lang="it-IT" smtClean="0"/>
              <a:t>25/02/2026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0CE20F-B34F-444B-A9FA-8D2CEB4CCBD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5255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Consigliabile utilizzare font bianco. Possibilità di font colorati per dettagli o titoli. Icone bianche o colorate. Font da utilizzare: SEGOE UI.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0CE20F-B34F-444B-A9FA-8D2CEB4CCBD4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87171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0CE20F-B34F-444B-A9FA-8D2CEB4CCBD4}" type="slidenum">
              <a:rPr lang="it-IT" smtClean="0"/>
              <a:t>38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56882564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3.xml.rels><?xml version="1.0" encoding="UTF-8"?>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FA7AE0-9BF0-4141-A860-9FEEC1E891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CE89EA7-DC5B-4FA8-BC36-B21E9E6862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844B16F-7E73-45DB-A009-579488090E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B90C61-FBFA-45E4-A0CB-AF2F624619EC}" type="datetimeFigureOut">
              <a:rPr lang="it-IT" smtClean="0"/>
              <a:t>25/02/2026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6504702-5175-40B7-B2D6-0F618E910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543053A-A611-40C8-8A0B-CD7AD5DCE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CAE9-BFB0-4F73-B393-5BED6F5C31C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1108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D6475C2-100F-4FF0-A0E0-4B6E391D3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A975C3B-7927-4023-AF06-99257F6051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B90C61-FBFA-45E4-A0CB-AF2F624619EC}" type="datetimeFigureOut">
              <a:rPr lang="it-IT" smtClean="0"/>
              <a:t>25/02/2026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0FC61A1-EFE3-4595-92D9-F5D978D66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9B7B989-3935-4C5C-8415-E29E936DD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CAE9-BFB0-4F73-B393-5BED6F5C31C1}" type="slidenum">
              <a:rPr lang="it-IT" smtClean="0"/>
              <a:t>‹#›</a:t>
            </a:fld>
            <a:endParaRPr lang="it-IT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73ED26E9-366C-FE2B-07B3-CBA4C35708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822" y="365125"/>
            <a:ext cx="10058400" cy="1325563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841624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14DC2A-D3C3-473C-BBDC-95D42FE89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3109449-71F0-4FE3-BDD3-794374178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FBEA6FF-DD7B-42AD-938C-EFD25AF845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B90C61-FBFA-45E4-A0CB-AF2F624619EC}" type="datetimeFigureOut">
              <a:rPr lang="it-IT" smtClean="0"/>
              <a:t>25/02/2026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7BA5AAF-4AEF-406B-8104-37E35E01F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C72715B-6E29-4283-85E8-64AAB0C73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CAE9-BFB0-4F73-B393-5BED6F5C31C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5304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1CEE54-CEBD-460C-8FE2-94C5D13C1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A2C49D9-18B1-4ADF-9E3F-D3D80C6293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F33A637-2ADB-496F-90A1-24BE45DFE1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10DA15D-CF17-4D01-B947-A7C659ED7E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B90C61-FBFA-45E4-A0CB-AF2F624619EC}" type="datetimeFigureOut">
              <a:rPr lang="it-IT" smtClean="0"/>
              <a:t>25/02/2026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4110357-4478-4583-AB62-2A276E0B3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62F4444-446C-4904-B4DF-854924BC2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CAE9-BFB0-4F73-B393-5BED6F5C31C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9520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3AA0BB-32E3-476F-B049-DFD1F4F5B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429985E-28FD-493D-813F-C215EF0E0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1816C70-238A-41BB-942B-42AEE0F3FA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A0804E7-487D-47F5-8419-3AC2F6A57F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72F8F3F-AD33-44E1-89CD-341FE1B957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C2BA94AD-F69C-4592-BB97-F2E95E4F72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B90C61-FBFA-45E4-A0CB-AF2F624619EC}" type="datetimeFigureOut">
              <a:rPr lang="it-IT" smtClean="0"/>
              <a:t>25/02/2026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07ACCB6-2177-4D50-B34E-DA69078ED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6483700-9ABD-4289-9349-5FF2C842E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CAE9-BFB0-4F73-B393-5BED6F5C31C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3581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B6434CD-7B3A-4670-985E-176CC73B66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B90C61-FBFA-45E4-A0CB-AF2F624619EC}" type="datetimeFigureOut">
              <a:rPr lang="it-IT" smtClean="0"/>
              <a:t>25/02/2026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5DABDD6-135D-4000-B54C-87F77A194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9FBF3FE-AEBC-4F12-930A-BECA2B419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CAE9-BFB0-4F73-B393-5BED6F5C31C1}" type="slidenum">
              <a:rPr lang="it-IT" smtClean="0"/>
              <a:t>‹#›</a:t>
            </a:fld>
            <a:endParaRPr lang="it-IT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35CC68FD-0657-764F-B86E-DC6ADF4E20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822" y="365125"/>
            <a:ext cx="10058400" cy="1325563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1761519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AED89889-EA05-402B-8C70-7325B575B9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B90C61-FBFA-45E4-A0CB-AF2F624619EC}" type="datetimeFigureOut">
              <a:rPr lang="it-IT" smtClean="0"/>
              <a:t>25/02/2026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3696490-C4E7-46AD-808E-605FDF8A4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E838DA8-F78F-4DED-9E60-A41E0F857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CAE9-BFB0-4F73-B393-5BED6F5C31C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7802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16BBD9-D4DF-40A3-A6B3-82B4E54A4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E2EB554-471A-4992-907B-2C61FD591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04B2C11-2D72-4BEC-829B-F4FBBB8894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48C48A9-1384-43BF-B09B-EEE23D4C75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B90C61-FBFA-45E4-A0CB-AF2F624619EC}" type="datetimeFigureOut">
              <a:rPr lang="it-IT" smtClean="0"/>
              <a:t>25/02/2026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16EC994-2FB2-4882-8460-F497B8366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DF3426-AE91-4D01-ADF3-BE7D11C5E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CAE9-BFB0-4F73-B393-5BED6F5C31C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8064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944794-98A9-4C38-A0DF-60F49702E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EBCFAB98-1D6B-49B7-9946-AF31455710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88F235E-BDA0-4C99-AF21-2A0626EA7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5777B60-44EA-4945-88FE-39987F49BF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B90C61-FBFA-45E4-A0CB-AF2F624619EC}" type="datetimeFigureOut">
              <a:rPr lang="it-IT" smtClean="0"/>
              <a:t>25/02/2026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4639FB5-0644-42A5-B04D-214354A0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295FC19-4C4E-4F34-862B-2ED7EC216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CAE9-BFB0-4F73-B393-5BED6F5C31C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2468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DEA3F4F-3A17-4F47-B145-0B92B4A53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08B59C1-DB93-4B72-A54F-AF70E3494A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B90C61-FBFA-45E4-A0CB-AF2F624619EC}" type="datetimeFigureOut">
              <a:rPr lang="it-IT" smtClean="0"/>
              <a:t>25/02/2026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C1B733A-798C-4F36-9CAE-B5C7E9C9A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4A85143-CD96-4C33-B0A9-3D54ACB4C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CAE9-BFB0-4F73-B393-5BED6F5C31C1}" type="slidenum">
              <a:rPr lang="it-IT" smtClean="0"/>
              <a:t>‹#›</a:t>
            </a:fld>
            <a:endParaRPr lang="it-IT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08CE7E31-9A48-6DFE-A22F-C5B87CD353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822" y="365125"/>
            <a:ext cx="10058400" cy="1325563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1661639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583AB0B8-7412-45BB-B09A-474A9CFEF6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D3223F9-2935-424B-81D4-420E5C546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086C6CC-D2B8-4072-9DA5-73DFD2B5A2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B90C61-FBFA-45E4-A0CB-AF2F624619EC}" type="datetimeFigureOut">
              <a:rPr lang="it-IT" smtClean="0"/>
              <a:t>25/02/2026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5C8E5C0-4DD5-4814-A67F-57BE78ACA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D125CDA-C7BE-450F-8426-14A940B83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CAE9-BFB0-4F73-B393-5BED6F5C31C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93693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66D8B3B6-5DD1-FF00-83C8-A7181547F2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822" y="365125"/>
            <a:ext cx="10058400" cy="1325563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3069470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0AC06BCD-6B00-4345-283E-0C98F0FF85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822" y="365125"/>
            <a:ext cx="10058400" cy="1325563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32278785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33899705-A3AB-D1F3-319B-BA71C9A602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822" y="365125"/>
            <a:ext cx="10058400" cy="1325563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647005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54580820-15B3-0F19-9D22-752A3F6B80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822" y="365125"/>
            <a:ext cx="10058400" cy="1325563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3420442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ADC80091-5A6E-3B90-A109-044E9BDA7C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822" y="365125"/>
            <a:ext cx="10058400" cy="1325563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31094598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AF21D241-B9C7-8C42-86AB-01CB57EE57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822" y="365125"/>
            <a:ext cx="10058400" cy="1325563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30580932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06137610-A376-02DC-7316-03E90A784C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822" y="365125"/>
            <a:ext cx="10058400" cy="1325563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486445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DBE0811B-0F61-2ED5-F5D7-7551DE9307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822" y="365125"/>
            <a:ext cx="10058400" cy="1325563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37420207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3A7722EB-B0D3-782F-1F3F-6BC00B6656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822" y="365125"/>
            <a:ext cx="10058400" cy="1325563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8094278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9220C1BE-F5ED-46C6-3769-B1903A2451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822" y="365125"/>
            <a:ext cx="10058400" cy="1325563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13308461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9305544" y="14757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D74243F9-446D-4AB9-BE78-E509311D7E10}" type="datetimeFigureOut">
              <a:rPr lang="it-IT" smtClean="0"/>
              <a:pPr/>
              <a:t>25/02/2026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212098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>
          <a:xfrm>
            <a:off x="9204960" y="211582"/>
            <a:ext cx="2743200" cy="365125"/>
          </a:xfrm>
          <a:prstGeom prst="rect">
            <a:avLst/>
          </a:prstGeom>
        </p:spPr>
        <p:txBody>
          <a:bodyPr/>
          <a:lstStyle/>
          <a:p>
            <a:fld id="{D74243F9-446D-4AB9-BE78-E509311D7E10}" type="datetimeFigureOut">
              <a:rPr lang="it-IT" smtClean="0"/>
              <a:t>25/02/2026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12261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99760B6-1258-4E17-B62B-A3ED750267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6400" y="207963"/>
            <a:ext cx="2743200" cy="365125"/>
          </a:xfrm>
          <a:prstGeom prst="rect">
            <a:avLst/>
          </a:prstGeom>
        </p:spPr>
        <p:txBody>
          <a:bodyPr/>
          <a:lstStyle/>
          <a:p>
            <a:fld id="{64B03C5B-164A-4146-B625-276E1AE945FD}" type="datetimeFigureOut">
              <a:rPr lang="it-IT" smtClean="0"/>
              <a:t>25/02/2026</a:t>
            </a:fld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3172773-F5AC-4A6F-858E-D8899230E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479DA6-4D02-4469-8935-0A1EF2AED6C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28104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99760B6-1258-4E17-B62B-A3ED750267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6400" y="207963"/>
            <a:ext cx="2743200" cy="365125"/>
          </a:xfrm>
          <a:prstGeom prst="rect">
            <a:avLst/>
          </a:prstGeom>
        </p:spPr>
        <p:txBody>
          <a:bodyPr/>
          <a:lstStyle/>
          <a:p>
            <a:fld id="{64B03C5B-164A-4146-B625-276E1AE945FD}" type="datetimeFigureOut">
              <a:rPr lang="it-IT" smtClean="0"/>
              <a:t>25/02/2026</a:t>
            </a:fld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3172773-F5AC-4A6F-858E-D8899230E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479DA6-4D02-4469-8935-0A1EF2AED6C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2395348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Masters/_rels/slideMaster3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sv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Masters/_rels/slideMaster4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Masters/_rels/slideMaster5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sv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Masters/_rels/slideMaster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Masters/_rels/slideMaster7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Masters/_rels/slideMaster8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Masters/_rels/slideMaster9.xml.rels><?xml version="1.0" encoding="UTF-8"?>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theme" Target="../theme/theme9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5.jpg"/></Relationships>
</file>

<file path=ppt/slideMasters/_rels/slideMaster10.xml.rels><?xml version="1.0" encoding="UTF-8"?>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image" Target="../media/image10.sv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Masters/_rels/slideMaster11.xml.rels><?xml version="1.0" encoding="UTF-8"?>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10.sv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o 1">
            <a:extLst>
              <a:ext uri="{FF2B5EF4-FFF2-40B4-BE49-F238E27FC236}">
                <a16:creationId xmlns:a16="http://schemas.microsoft.com/office/drawing/2014/main" id="{98F3BAAD-ABD9-D8AE-6468-65B70C4679EF}"/>
              </a:ext>
            </a:extLst>
          </p:cNvPr>
          <p:cNvGrpSpPr/>
          <p:nvPr userDrawn="1"/>
        </p:nvGrpSpPr>
        <p:grpSpPr>
          <a:xfrm rot="5400000">
            <a:off x="9112844" y="3437362"/>
            <a:ext cx="7223763" cy="349063"/>
            <a:chOff x="0" y="357048"/>
            <a:chExt cx="13000425" cy="628196"/>
          </a:xfrm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78B02B4F-8975-65B4-2FC1-2A824B936A5F}"/>
                </a:ext>
              </a:extLst>
            </p:cNvPr>
            <p:cNvSpPr/>
            <p:nvPr/>
          </p:nvSpPr>
          <p:spPr>
            <a:xfrm>
              <a:off x="0" y="429208"/>
              <a:ext cx="2467537" cy="244873"/>
            </a:xfrm>
            <a:prstGeom prst="rect">
              <a:avLst/>
            </a:prstGeom>
            <a:solidFill>
              <a:srgbClr val="E95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" name="Rettangolo 3">
              <a:extLst>
                <a:ext uri="{FF2B5EF4-FFF2-40B4-BE49-F238E27FC236}">
                  <a16:creationId xmlns:a16="http://schemas.microsoft.com/office/drawing/2014/main" id="{88526778-C184-2B5D-D1A3-8C5ACE0DE731}"/>
                </a:ext>
              </a:extLst>
            </p:cNvPr>
            <p:cNvSpPr/>
            <p:nvPr/>
          </p:nvSpPr>
          <p:spPr>
            <a:xfrm>
              <a:off x="0" y="674081"/>
              <a:ext cx="2467537" cy="244873"/>
            </a:xfrm>
            <a:prstGeom prst="rect">
              <a:avLst/>
            </a:prstGeom>
            <a:solidFill>
              <a:srgbClr val="EE74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CBFD4B11-E9A2-A18B-8D63-3AE68DA6D540}"/>
                </a:ext>
              </a:extLst>
            </p:cNvPr>
            <p:cNvSpPr txBox="1"/>
            <p:nvPr/>
          </p:nvSpPr>
          <p:spPr>
            <a:xfrm>
              <a:off x="1568203" y="371434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#E95909</a:t>
              </a:r>
            </a:p>
          </p:txBody>
        </p:sp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C0F6781C-F9D6-D99D-C358-A7F9AD3ECF18}"/>
                </a:ext>
              </a:extLst>
            </p:cNvPr>
            <p:cNvSpPr txBox="1"/>
            <p:nvPr/>
          </p:nvSpPr>
          <p:spPr>
            <a:xfrm>
              <a:off x="1568196" y="597513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#EE7421</a:t>
              </a:r>
            </a:p>
          </p:txBody>
        </p:sp>
        <p:sp>
          <p:nvSpPr>
            <p:cNvPr id="7" name="Rettangolo 6">
              <a:extLst>
                <a:ext uri="{FF2B5EF4-FFF2-40B4-BE49-F238E27FC236}">
                  <a16:creationId xmlns:a16="http://schemas.microsoft.com/office/drawing/2014/main" id="{D58536A4-72A7-4CF9-05BD-A8C459CB3A37}"/>
                </a:ext>
              </a:extLst>
            </p:cNvPr>
            <p:cNvSpPr/>
            <p:nvPr/>
          </p:nvSpPr>
          <p:spPr>
            <a:xfrm>
              <a:off x="2467537" y="429208"/>
              <a:ext cx="2467537" cy="244873"/>
            </a:xfrm>
            <a:prstGeom prst="rect">
              <a:avLst/>
            </a:prstGeom>
            <a:solidFill>
              <a:srgbClr val="013A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8" name="Rettangolo 7">
              <a:extLst>
                <a:ext uri="{FF2B5EF4-FFF2-40B4-BE49-F238E27FC236}">
                  <a16:creationId xmlns:a16="http://schemas.microsoft.com/office/drawing/2014/main" id="{09E25FA3-1531-4E60-C8D5-8349B44A7323}"/>
                </a:ext>
              </a:extLst>
            </p:cNvPr>
            <p:cNvSpPr/>
            <p:nvPr/>
          </p:nvSpPr>
          <p:spPr>
            <a:xfrm>
              <a:off x="2467537" y="674081"/>
              <a:ext cx="2467537" cy="244873"/>
            </a:xfrm>
            <a:prstGeom prst="rect">
              <a:avLst/>
            </a:prstGeom>
            <a:solidFill>
              <a:srgbClr val="0259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51DB87DC-2E50-660F-BBCD-108DD97A429B}"/>
                </a:ext>
              </a:extLst>
            </p:cNvPr>
            <p:cNvSpPr txBox="1"/>
            <p:nvPr/>
          </p:nvSpPr>
          <p:spPr>
            <a:xfrm>
              <a:off x="4035741" y="371434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#013A4F</a:t>
              </a:r>
            </a:p>
          </p:txBody>
        </p:sp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2E9FAB7F-5294-27A1-DB67-8FFAD636DB00}"/>
                </a:ext>
              </a:extLst>
            </p:cNvPr>
            <p:cNvSpPr txBox="1"/>
            <p:nvPr/>
          </p:nvSpPr>
          <p:spPr>
            <a:xfrm>
              <a:off x="4035739" y="597517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#025978</a:t>
              </a:r>
            </a:p>
          </p:txBody>
        </p:sp>
        <p:sp>
          <p:nvSpPr>
            <p:cNvPr id="11" name="Rettangolo 10">
              <a:extLst>
                <a:ext uri="{FF2B5EF4-FFF2-40B4-BE49-F238E27FC236}">
                  <a16:creationId xmlns:a16="http://schemas.microsoft.com/office/drawing/2014/main" id="{6EB8D4C7-2E95-6C3C-95C8-DF3E92E731A3}"/>
                </a:ext>
              </a:extLst>
            </p:cNvPr>
            <p:cNvSpPr/>
            <p:nvPr/>
          </p:nvSpPr>
          <p:spPr>
            <a:xfrm>
              <a:off x="4935074" y="429208"/>
              <a:ext cx="2467537" cy="244873"/>
            </a:xfrm>
            <a:prstGeom prst="rect">
              <a:avLst/>
            </a:prstGeom>
            <a:solidFill>
              <a:srgbClr val="029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A57E10F2-D06A-707C-B482-FA2BA916F600}"/>
                </a:ext>
              </a:extLst>
            </p:cNvPr>
            <p:cNvSpPr/>
            <p:nvPr/>
          </p:nvSpPr>
          <p:spPr>
            <a:xfrm>
              <a:off x="4935074" y="674081"/>
              <a:ext cx="2467537" cy="244873"/>
            </a:xfrm>
            <a:prstGeom prst="rect">
              <a:avLst/>
            </a:prstGeom>
            <a:solidFill>
              <a:srgbClr val="DEEB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A623C024-8F97-1BBC-DF2F-585E84FDF4C2}"/>
                </a:ext>
              </a:extLst>
            </p:cNvPr>
            <p:cNvSpPr txBox="1"/>
            <p:nvPr/>
          </p:nvSpPr>
          <p:spPr>
            <a:xfrm>
              <a:off x="6451208" y="371435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#0296CD</a:t>
              </a:r>
            </a:p>
          </p:txBody>
        </p:sp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591917F2-3871-E1B1-6FCA-D5791653C77C}"/>
                </a:ext>
              </a:extLst>
            </p:cNvPr>
            <p:cNvSpPr txBox="1"/>
            <p:nvPr/>
          </p:nvSpPr>
          <p:spPr>
            <a:xfrm>
              <a:off x="6496993" y="597517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rgbClr val="013A4F"/>
                  </a:solidFill>
                </a:rPr>
                <a:t>#013A4F</a:t>
              </a:r>
            </a:p>
          </p:txBody>
        </p:sp>
        <p:sp>
          <p:nvSpPr>
            <p:cNvPr id="15" name="Rettangolo 14">
              <a:extLst>
                <a:ext uri="{FF2B5EF4-FFF2-40B4-BE49-F238E27FC236}">
                  <a16:creationId xmlns:a16="http://schemas.microsoft.com/office/drawing/2014/main" id="{603DAB36-871B-089A-4574-BA2C262EDF20}"/>
                </a:ext>
              </a:extLst>
            </p:cNvPr>
            <p:cNvSpPr/>
            <p:nvPr/>
          </p:nvSpPr>
          <p:spPr>
            <a:xfrm>
              <a:off x="7397536" y="429208"/>
              <a:ext cx="2467537" cy="24487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6" name="Rettangolo 15">
              <a:extLst>
                <a:ext uri="{FF2B5EF4-FFF2-40B4-BE49-F238E27FC236}">
                  <a16:creationId xmlns:a16="http://schemas.microsoft.com/office/drawing/2014/main" id="{669E96A1-9990-6811-FF44-1CA346C37A00}"/>
                </a:ext>
              </a:extLst>
            </p:cNvPr>
            <p:cNvSpPr/>
            <p:nvPr/>
          </p:nvSpPr>
          <p:spPr>
            <a:xfrm>
              <a:off x="7397536" y="674081"/>
              <a:ext cx="2467537" cy="244873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7" name="CasellaDiTesto 16">
              <a:extLst>
                <a:ext uri="{FF2B5EF4-FFF2-40B4-BE49-F238E27FC236}">
                  <a16:creationId xmlns:a16="http://schemas.microsoft.com/office/drawing/2014/main" id="{2F1EC3A1-7874-64B4-4D7E-51D341FC5E3C}"/>
                </a:ext>
              </a:extLst>
            </p:cNvPr>
            <p:cNvSpPr txBox="1"/>
            <p:nvPr/>
          </p:nvSpPr>
          <p:spPr>
            <a:xfrm>
              <a:off x="8948678" y="357048"/>
              <a:ext cx="1582713" cy="609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#000000</a:t>
              </a:r>
            </a:p>
            <a:p>
              <a:endParaRPr lang="it-IT" sz="800" dirty="0">
                <a:solidFill>
                  <a:schemeClr val="bg1"/>
                </a:solidFill>
              </a:endParaRPr>
            </a:p>
          </p:txBody>
        </p:sp>
        <p:sp>
          <p:nvSpPr>
            <p:cNvPr id="18" name="CasellaDiTesto 17">
              <a:extLst>
                <a:ext uri="{FF2B5EF4-FFF2-40B4-BE49-F238E27FC236}">
                  <a16:creationId xmlns:a16="http://schemas.microsoft.com/office/drawing/2014/main" id="{4C6BAEDB-1EB0-20B8-9450-C6D7DE851629}"/>
                </a:ext>
              </a:extLst>
            </p:cNvPr>
            <p:cNvSpPr txBox="1"/>
            <p:nvPr/>
          </p:nvSpPr>
          <p:spPr>
            <a:xfrm>
              <a:off x="8942637" y="597517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#262626</a:t>
              </a:r>
            </a:p>
          </p:txBody>
        </p:sp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FC00D0DA-089A-F36D-E88F-36B5BEE65E48}"/>
                </a:ext>
              </a:extLst>
            </p:cNvPr>
            <p:cNvSpPr/>
            <p:nvPr/>
          </p:nvSpPr>
          <p:spPr>
            <a:xfrm>
              <a:off x="9865073" y="429208"/>
              <a:ext cx="2467537" cy="244873"/>
            </a:xfrm>
            <a:prstGeom prst="rect">
              <a:avLst/>
            </a:prstGeom>
            <a:solidFill>
              <a:srgbClr val="EE1C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0" name="Rettangolo 19">
              <a:extLst>
                <a:ext uri="{FF2B5EF4-FFF2-40B4-BE49-F238E27FC236}">
                  <a16:creationId xmlns:a16="http://schemas.microsoft.com/office/drawing/2014/main" id="{645ABEB1-15E4-01A9-43D7-84AF5BA7D1D1}"/>
                </a:ext>
              </a:extLst>
            </p:cNvPr>
            <p:cNvSpPr/>
            <p:nvPr/>
          </p:nvSpPr>
          <p:spPr>
            <a:xfrm>
              <a:off x="9865073" y="674081"/>
              <a:ext cx="2467537" cy="244873"/>
            </a:xfrm>
            <a:prstGeom prst="rect">
              <a:avLst/>
            </a:prstGeom>
            <a:solidFill>
              <a:srgbClr val="C2032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1" name="CasellaDiTesto 20">
              <a:extLst>
                <a:ext uri="{FF2B5EF4-FFF2-40B4-BE49-F238E27FC236}">
                  <a16:creationId xmlns:a16="http://schemas.microsoft.com/office/drawing/2014/main" id="{CB956C56-9C40-3AD0-8A2E-9C18022C7DEB}"/>
                </a:ext>
              </a:extLst>
            </p:cNvPr>
            <p:cNvSpPr txBox="1"/>
            <p:nvPr/>
          </p:nvSpPr>
          <p:spPr>
            <a:xfrm>
              <a:off x="11417712" y="371435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#EE1C3E</a:t>
              </a:r>
            </a:p>
          </p:txBody>
        </p:sp>
        <p:sp>
          <p:nvSpPr>
            <p:cNvPr id="22" name="CasellaDiTesto 21">
              <a:extLst>
                <a:ext uri="{FF2B5EF4-FFF2-40B4-BE49-F238E27FC236}">
                  <a16:creationId xmlns:a16="http://schemas.microsoft.com/office/drawing/2014/main" id="{957AE189-0D9B-ECCC-D643-6735CD1BE5F1}"/>
                </a:ext>
              </a:extLst>
            </p:cNvPr>
            <p:cNvSpPr txBox="1"/>
            <p:nvPr/>
          </p:nvSpPr>
          <p:spPr>
            <a:xfrm>
              <a:off x="11417711" y="597517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#C20327</a:t>
              </a:r>
            </a:p>
          </p:txBody>
        </p:sp>
        <p:sp>
          <p:nvSpPr>
            <p:cNvPr id="23" name="CasellaDiTesto 22">
              <a:extLst>
                <a:ext uri="{FF2B5EF4-FFF2-40B4-BE49-F238E27FC236}">
                  <a16:creationId xmlns:a16="http://schemas.microsoft.com/office/drawing/2014/main" id="{94EF016B-0B38-65F2-1BD0-08B7FE0582AD}"/>
                </a:ext>
              </a:extLst>
            </p:cNvPr>
            <p:cNvSpPr txBox="1"/>
            <p:nvPr userDrawn="1"/>
          </p:nvSpPr>
          <p:spPr>
            <a:xfrm>
              <a:off x="8081773" y="357048"/>
              <a:ext cx="1582713" cy="609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rgbClr val="E95909"/>
                  </a:solidFill>
                </a:rPr>
                <a:t>#000000</a:t>
              </a:r>
            </a:p>
            <a:p>
              <a:endParaRPr lang="it-IT" sz="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1535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  <p:sldLayoutId id="2147483880" r:id="rId12"/>
    <p:sldLayoutId id="2147483898" r:id="rId13"/>
    <p:sldLayoutId id="214748389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CF97A9B1-CEF9-6958-D837-E909D8D522FC}"/>
              </a:ext>
            </a:extLst>
          </p:cNvPr>
          <p:cNvSpPr txBox="1"/>
          <p:nvPr userDrawn="1"/>
        </p:nvSpPr>
        <p:spPr>
          <a:xfrm>
            <a:off x="8779110" y="326691"/>
            <a:ext cx="15346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chemeClr val="bg1"/>
                </a:solidFill>
              </a:rPr>
              <a:t>#000000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2E110A22-6796-02DF-66D7-BCA7B174FB59}"/>
              </a:ext>
            </a:extLst>
          </p:cNvPr>
          <p:cNvSpPr txBox="1"/>
          <p:nvPr userDrawn="1"/>
        </p:nvSpPr>
        <p:spPr>
          <a:xfrm>
            <a:off x="8779110" y="545909"/>
            <a:ext cx="15346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chemeClr val="bg1"/>
                </a:solidFill>
              </a:rPr>
              <a:t>#262626</a:t>
            </a:r>
          </a:p>
        </p:txBody>
      </p:sp>
      <p:pic>
        <p:nvPicPr>
          <p:cNvPr id="32" name="Elemento grafico 31">
            <a:extLst>
              <a:ext uri="{FF2B5EF4-FFF2-40B4-BE49-F238E27FC236}">
                <a16:creationId xmlns:a16="http://schemas.microsoft.com/office/drawing/2014/main" id="{01EFE2CA-F0B0-6596-3382-015E841891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7139" y="6239242"/>
            <a:ext cx="908095" cy="441257"/>
          </a:xfrm>
          <a:prstGeom prst="rect">
            <a:avLst/>
          </a:prstGeom>
        </p:spPr>
      </p:pic>
      <p:grpSp>
        <p:nvGrpSpPr>
          <p:cNvPr id="28" name="Gruppo 27">
            <a:extLst>
              <a:ext uri="{FF2B5EF4-FFF2-40B4-BE49-F238E27FC236}">
                <a16:creationId xmlns:a16="http://schemas.microsoft.com/office/drawing/2014/main" id="{EFCB1648-0F87-FAE0-0632-CBF05C4ABDFE}"/>
              </a:ext>
            </a:extLst>
          </p:cNvPr>
          <p:cNvGrpSpPr/>
          <p:nvPr userDrawn="1"/>
        </p:nvGrpSpPr>
        <p:grpSpPr>
          <a:xfrm rot="5400000">
            <a:off x="9112844" y="3437362"/>
            <a:ext cx="7223763" cy="349063"/>
            <a:chOff x="0" y="357048"/>
            <a:chExt cx="13000425" cy="628196"/>
          </a:xfrm>
        </p:grpSpPr>
        <p:sp>
          <p:nvSpPr>
            <p:cNvPr id="33" name="Rettangolo 32">
              <a:extLst>
                <a:ext uri="{FF2B5EF4-FFF2-40B4-BE49-F238E27FC236}">
                  <a16:creationId xmlns:a16="http://schemas.microsoft.com/office/drawing/2014/main" id="{D7158667-2961-73DA-6DE5-AAF9681EA777}"/>
                </a:ext>
              </a:extLst>
            </p:cNvPr>
            <p:cNvSpPr/>
            <p:nvPr/>
          </p:nvSpPr>
          <p:spPr>
            <a:xfrm>
              <a:off x="0" y="429208"/>
              <a:ext cx="2467537" cy="244873"/>
            </a:xfrm>
            <a:prstGeom prst="rect">
              <a:avLst/>
            </a:prstGeom>
            <a:solidFill>
              <a:srgbClr val="E95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4" name="Rettangolo 33">
              <a:extLst>
                <a:ext uri="{FF2B5EF4-FFF2-40B4-BE49-F238E27FC236}">
                  <a16:creationId xmlns:a16="http://schemas.microsoft.com/office/drawing/2014/main" id="{EB82F64F-5534-8D17-2C59-97A000F9C06E}"/>
                </a:ext>
              </a:extLst>
            </p:cNvPr>
            <p:cNvSpPr/>
            <p:nvPr/>
          </p:nvSpPr>
          <p:spPr>
            <a:xfrm>
              <a:off x="0" y="674081"/>
              <a:ext cx="2467537" cy="244873"/>
            </a:xfrm>
            <a:prstGeom prst="rect">
              <a:avLst/>
            </a:prstGeom>
            <a:solidFill>
              <a:srgbClr val="EE74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5" name="CasellaDiTesto 34">
              <a:extLst>
                <a:ext uri="{FF2B5EF4-FFF2-40B4-BE49-F238E27FC236}">
                  <a16:creationId xmlns:a16="http://schemas.microsoft.com/office/drawing/2014/main" id="{F629ACD4-8269-1268-B1C7-D32A1488A140}"/>
                </a:ext>
              </a:extLst>
            </p:cNvPr>
            <p:cNvSpPr txBox="1"/>
            <p:nvPr/>
          </p:nvSpPr>
          <p:spPr>
            <a:xfrm>
              <a:off x="1568203" y="371434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#E95909</a:t>
              </a:r>
            </a:p>
          </p:txBody>
        </p:sp>
        <p:sp>
          <p:nvSpPr>
            <p:cNvPr id="36" name="CasellaDiTesto 35">
              <a:extLst>
                <a:ext uri="{FF2B5EF4-FFF2-40B4-BE49-F238E27FC236}">
                  <a16:creationId xmlns:a16="http://schemas.microsoft.com/office/drawing/2014/main" id="{9A42B4B1-A0C4-EE9E-C29B-0BEEB3757EC4}"/>
                </a:ext>
              </a:extLst>
            </p:cNvPr>
            <p:cNvSpPr txBox="1"/>
            <p:nvPr/>
          </p:nvSpPr>
          <p:spPr>
            <a:xfrm>
              <a:off x="1568196" y="597513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#EE7421</a:t>
              </a:r>
            </a:p>
          </p:txBody>
        </p:sp>
        <p:sp>
          <p:nvSpPr>
            <p:cNvPr id="37" name="Rettangolo 36">
              <a:extLst>
                <a:ext uri="{FF2B5EF4-FFF2-40B4-BE49-F238E27FC236}">
                  <a16:creationId xmlns:a16="http://schemas.microsoft.com/office/drawing/2014/main" id="{650B5EAF-0D76-6090-5FCC-5A70822158FD}"/>
                </a:ext>
              </a:extLst>
            </p:cNvPr>
            <p:cNvSpPr/>
            <p:nvPr/>
          </p:nvSpPr>
          <p:spPr>
            <a:xfrm>
              <a:off x="2467537" y="429208"/>
              <a:ext cx="2467537" cy="244873"/>
            </a:xfrm>
            <a:prstGeom prst="rect">
              <a:avLst/>
            </a:prstGeom>
            <a:solidFill>
              <a:srgbClr val="013A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8" name="Rettangolo 37">
              <a:extLst>
                <a:ext uri="{FF2B5EF4-FFF2-40B4-BE49-F238E27FC236}">
                  <a16:creationId xmlns:a16="http://schemas.microsoft.com/office/drawing/2014/main" id="{6AA84E8F-5F39-740D-5A3D-A58C042C9D80}"/>
                </a:ext>
              </a:extLst>
            </p:cNvPr>
            <p:cNvSpPr/>
            <p:nvPr/>
          </p:nvSpPr>
          <p:spPr>
            <a:xfrm>
              <a:off x="2467537" y="674081"/>
              <a:ext cx="2467537" cy="244873"/>
            </a:xfrm>
            <a:prstGeom prst="rect">
              <a:avLst/>
            </a:prstGeom>
            <a:solidFill>
              <a:srgbClr val="0259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9" name="CasellaDiTesto 38">
              <a:extLst>
                <a:ext uri="{FF2B5EF4-FFF2-40B4-BE49-F238E27FC236}">
                  <a16:creationId xmlns:a16="http://schemas.microsoft.com/office/drawing/2014/main" id="{541E59CB-4B5C-B73A-6FCB-75F9C727E3D9}"/>
                </a:ext>
              </a:extLst>
            </p:cNvPr>
            <p:cNvSpPr txBox="1"/>
            <p:nvPr/>
          </p:nvSpPr>
          <p:spPr>
            <a:xfrm>
              <a:off x="4035741" y="371434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#013A4F</a:t>
              </a:r>
            </a:p>
          </p:txBody>
        </p:sp>
        <p:sp>
          <p:nvSpPr>
            <p:cNvPr id="40" name="CasellaDiTesto 39">
              <a:extLst>
                <a:ext uri="{FF2B5EF4-FFF2-40B4-BE49-F238E27FC236}">
                  <a16:creationId xmlns:a16="http://schemas.microsoft.com/office/drawing/2014/main" id="{4D103E3A-9E8B-9376-4F7D-BB3652DBE82D}"/>
                </a:ext>
              </a:extLst>
            </p:cNvPr>
            <p:cNvSpPr txBox="1"/>
            <p:nvPr/>
          </p:nvSpPr>
          <p:spPr>
            <a:xfrm>
              <a:off x="4035739" y="597517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#025978</a:t>
              </a:r>
            </a:p>
          </p:txBody>
        </p:sp>
        <p:sp>
          <p:nvSpPr>
            <p:cNvPr id="41" name="Rettangolo 40">
              <a:extLst>
                <a:ext uri="{FF2B5EF4-FFF2-40B4-BE49-F238E27FC236}">
                  <a16:creationId xmlns:a16="http://schemas.microsoft.com/office/drawing/2014/main" id="{9F65E61A-622E-FD79-F8D7-E24F7FBED44D}"/>
                </a:ext>
              </a:extLst>
            </p:cNvPr>
            <p:cNvSpPr/>
            <p:nvPr/>
          </p:nvSpPr>
          <p:spPr>
            <a:xfrm>
              <a:off x="4935074" y="429208"/>
              <a:ext cx="2467537" cy="244873"/>
            </a:xfrm>
            <a:prstGeom prst="rect">
              <a:avLst/>
            </a:prstGeom>
            <a:solidFill>
              <a:srgbClr val="029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2" name="Rettangolo 41">
              <a:extLst>
                <a:ext uri="{FF2B5EF4-FFF2-40B4-BE49-F238E27FC236}">
                  <a16:creationId xmlns:a16="http://schemas.microsoft.com/office/drawing/2014/main" id="{17D3EAC0-8D72-A4D5-1BEC-6D615AA94855}"/>
                </a:ext>
              </a:extLst>
            </p:cNvPr>
            <p:cNvSpPr/>
            <p:nvPr/>
          </p:nvSpPr>
          <p:spPr>
            <a:xfrm>
              <a:off x="4935074" y="674081"/>
              <a:ext cx="2467537" cy="244873"/>
            </a:xfrm>
            <a:prstGeom prst="rect">
              <a:avLst/>
            </a:prstGeom>
            <a:solidFill>
              <a:srgbClr val="DEEB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3" name="CasellaDiTesto 42">
              <a:extLst>
                <a:ext uri="{FF2B5EF4-FFF2-40B4-BE49-F238E27FC236}">
                  <a16:creationId xmlns:a16="http://schemas.microsoft.com/office/drawing/2014/main" id="{289765D9-1065-744D-8698-39221A4463DB}"/>
                </a:ext>
              </a:extLst>
            </p:cNvPr>
            <p:cNvSpPr txBox="1"/>
            <p:nvPr/>
          </p:nvSpPr>
          <p:spPr>
            <a:xfrm>
              <a:off x="6451208" y="371435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#0296CD</a:t>
              </a:r>
            </a:p>
          </p:txBody>
        </p:sp>
        <p:sp>
          <p:nvSpPr>
            <p:cNvPr id="44" name="CasellaDiTesto 43">
              <a:extLst>
                <a:ext uri="{FF2B5EF4-FFF2-40B4-BE49-F238E27FC236}">
                  <a16:creationId xmlns:a16="http://schemas.microsoft.com/office/drawing/2014/main" id="{9630964C-5615-5B3A-796E-FEB005B5C3C7}"/>
                </a:ext>
              </a:extLst>
            </p:cNvPr>
            <p:cNvSpPr txBox="1"/>
            <p:nvPr/>
          </p:nvSpPr>
          <p:spPr>
            <a:xfrm>
              <a:off x="6496993" y="597517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rgbClr val="013A4F"/>
                  </a:solidFill>
                </a:rPr>
                <a:t>#013A4F</a:t>
              </a:r>
            </a:p>
          </p:txBody>
        </p:sp>
        <p:sp>
          <p:nvSpPr>
            <p:cNvPr id="45" name="Rettangolo 44">
              <a:extLst>
                <a:ext uri="{FF2B5EF4-FFF2-40B4-BE49-F238E27FC236}">
                  <a16:creationId xmlns:a16="http://schemas.microsoft.com/office/drawing/2014/main" id="{084E3F63-807F-C37E-EFD5-DB621D1FE511}"/>
                </a:ext>
              </a:extLst>
            </p:cNvPr>
            <p:cNvSpPr/>
            <p:nvPr/>
          </p:nvSpPr>
          <p:spPr>
            <a:xfrm>
              <a:off x="7397536" y="429208"/>
              <a:ext cx="2467537" cy="24487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6" name="Rettangolo 45">
              <a:extLst>
                <a:ext uri="{FF2B5EF4-FFF2-40B4-BE49-F238E27FC236}">
                  <a16:creationId xmlns:a16="http://schemas.microsoft.com/office/drawing/2014/main" id="{8DB5034E-A7B9-850B-0970-53C7D6CB6061}"/>
                </a:ext>
              </a:extLst>
            </p:cNvPr>
            <p:cNvSpPr/>
            <p:nvPr/>
          </p:nvSpPr>
          <p:spPr>
            <a:xfrm>
              <a:off x="7397536" y="674081"/>
              <a:ext cx="2467537" cy="244873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7" name="CasellaDiTesto 46">
              <a:extLst>
                <a:ext uri="{FF2B5EF4-FFF2-40B4-BE49-F238E27FC236}">
                  <a16:creationId xmlns:a16="http://schemas.microsoft.com/office/drawing/2014/main" id="{AD50647B-DD16-0AD3-8E43-162B28263553}"/>
                </a:ext>
              </a:extLst>
            </p:cNvPr>
            <p:cNvSpPr txBox="1"/>
            <p:nvPr/>
          </p:nvSpPr>
          <p:spPr>
            <a:xfrm>
              <a:off x="8948678" y="357048"/>
              <a:ext cx="1582713" cy="609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#000000</a:t>
              </a:r>
            </a:p>
            <a:p>
              <a:endParaRPr lang="it-IT" sz="800" dirty="0">
                <a:solidFill>
                  <a:schemeClr val="bg1"/>
                </a:solidFill>
              </a:endParaRPr>
            </a:p>
          </p:txBody>
        </p:sp>
        <p:sp>
          <p:nvSpPr>
            <p:cNvPr id="48" name="CasellaDiTesto 47">
              <a:extLst>
                <a:ext uri="{FF2B5EF4-FFF2-40B4-BE49-F238E27FC236}">
                  <a16:creationId xmlns:a16="http://schemas.microsoft.com/office/drawing/2014/main" id="{A7E69E10-AE93-5003-FEDD-0C7A6540A17F}"/>
                </a:ext>
              </a:extLst>
            </p:cNvPr>
            <p:cNvSpPr txBox="1"/>
            <p:nvPr/>
          </p:nvSpPr>
          <p:spPr>
            <a:xfrm>
              <a:off x="8942637" y="597517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#262626</a:t>
              </a:r>
            </a:p>
          </p:txBody>
        </p:sp>
        <p:sp>
          <p:nvSpPr>
            <p:cNvPr id="49" name="Rettangolo 48">
              <a:extLst>
                <a:ext uri="{FF2B5EF4-FFF2-40B4-BE49-F238E27FC236}">
                  <a16:creationId xmlns:a16="http://schemas.microsoft.com/office/drawing/2014/main" id="{74BE80AD-498C-2D24-EBB4-CCA3D7AC411C}"/>
                </a:ext>
              </a:extLst>
            </p:cNvPr>
            <p:cNvSpPr/>
            <p:nvPr/>
          </p:nvSpPr>
          <p:spPr>
            <a:xfrm>
              <a:off x="9865073" y="429208"/>
              <a:ext cx="2467537" cy="244873"/>
            </a:xfrm>
            <a:prstGeom prst="rect">
              <a:avLst/>
            </a:prstGeom>
            <a:solidFill>
              <a:srgbClr val="EE1C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0" name="Rettangolo 49">
              <a:extLst>
                <a:ext uri="{FF2B5EF4-FFF2-40B4-BE49-F238E27FC236}">
                  <a16:creationId xmlns:a16="http://schemas.microsoft.com/office/drawing/2014/main" id="{679F4CBB-BC71-EF38-52BB-DFB6600E8914}"/>
                </a:ext>
              </a:extLst>
            </p:cNvPr>
            <p:cNvSpPr/>
            <p:nvPr/>
          </p:nvSpPr>
          <p:spPr>
            <a:xfrm>
              <a:off x="9865073" y="674081"/>
              <a:ext cx="2467537" cy="244873"/>
            </a:xfrm>
            <a:prstGeom prst="rect">
              <a:avLst/>
            </a:prstGeom>
            <a:solidFill>
              <a:srgbClr val="C2032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1" name="CasellaDiTesto 50">
              <a:extLst>
                <a:ext uri="{FF2B5EF4-FFF2-40B4-BE49-F238E27FC236}">
                  <a16:creationId xmlns:a16="http://schemas.microsoft.com/office/drawing/2014/main" id="{72988C80-F235-AD0A-629A-93DA9FE81CD6}"/>
                </a:ext>
              </a:extLst>
            </p:cNvPr>
            <p:cNvSpPr txBox="1"/>
            <p:nvPr/>
          </p:nvSpPr>
          <p:spPr>
            <a:xfrm>
              <a:off x="11417712" y="371435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#EE1C3E</a:t>
              </a:r>
            </a:p>
          </p:txBody>
        </p:sp>
        <p:sp>
          <p:nvSpPr>
            <p:cNvPr id="52" name="CasellaDiTesto 51">
              <a:extLst>
                <a:ext uri="{FF2B5EF4-FFF2-40B4-BE49-F238E27FC236}">
                  <a16:creationId xmlns:a16="http://schemas.microsoft.com/office/drawing/2014/main" id="{0311370E-5C3D-3144-1EE3-6029A8965CB8}"/>
                </a:ext>
              </a:extLst>
            </p:cNvPr>
            <p:cNvSpPr txBox="1"/>
            <p:nvPr/>
          </p:nvSpPr>
          <p:spPr>
            <a:xfrm>
              <a:off x="11417711" y="597517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#C20327</a:t>
              </a:r>
            </a:p>
          </p:txBody>
        </p:sp>
        <p:sp>
          <p:nvSpPr>
            <p:cNvPr id="53" name="CasellaDiTesto 52">
              <a:extLst>
                <a:ext uri="{FF2B5EF4-FFF2-40B4-BE49-F238E27FC236}">
                  <a16:creationId xmlns:a16="http://schemas.microsoft.com/office/drawing/2014/main" id="{217247CD-5F53-6208-A2D2-53FE34D04393}"/>
                </a:ext>
              </a:extLst>
            </p:cNvPr>
            <p:cNvSpPr txBox="1"/>
            <p:nvPr userDrawn="1"/>
          </p:nvSpPr>
          <p:spPr>
            <a:xfrm>
              <a:off x="8081773" y="357048"/>
              <a:ext cx="1582713" cy="609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rgbClr val="E95909"/>
                  </a:solidFill>
                </a:rPr>
                <a:t>#000000</a:t>
              </a:r>
            </a:p>
            <a:p>
              <a:endParaRPr lang="it-IT" sz="8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499232C4-4AEA-4F01-D3F0-3C67C4B52EE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78627" y="6242478"/>
            <a:ext cx="1526779" cy="331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523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38CCBC97-1BA0-8BD4-9D11-57DB854508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7639" y="385746"/>
            <a:ext cx="913701" cy="838057"/>
          </a:xfrm>
          <a:prstGeom prst="rect">
            <a:avLst/>
          </a:prstGeom>
        </p:spPr>
      </p:pic>
      <p:sp>
        <p:nvSpPr>
          <p:cNvPr id="8" name="Segnaposto numero diapositiva 2">
            <a:extLst>
              <a:ext uri="{FF2B5EF4-FFF2-40B4-BE49-F238E27FC236}">
                <a16:creationId xmlns:a16="http://schemas.microsoft.com/office/drawing/2014/main" id="{648BC7B7-6F4F-DF46-48AA-F8B128B75324}"/>
              </a:ext>
            </a:extLst>
          </p:cNvPr>
          <p:cNvSpPr txBox="1">
            <a:spLocks/>
          </p:cNvSpPr>
          <p:nvPr userDrawn="1"/>
        </p:nvSpPr>
        <p:spPr>
          <a:xfrm>
            <a:off x="11070215" y="311321"/>
            <a:ext cx="899592" cy="93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lang="it-IT" sz="3000" u="none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5B7EC30-A1BB-4750-909C-7C1098C1FE0D}" type="slidenum">
              <a:rPr lang="it-IT" sz="2400" kern="1200" smtClean="0">
                <a:solidFill>
                  <a:schemeClr val="accent2"/>
                </a:solidFill>
                <a:latin typeface="Segoe Light" panose="020B0302040504020203" pitchFamily="34" charset="0"/>
                <a:ea typeface="+mn-ea"/>
                <a:cs typeface="+mn-cs"/>
              </a:rPr>
              <a:pPr/>
              <a:t>‹#›</a:t>
            </a:fld>
            <a:endParaRPr lang="it-IT" sz="2400" kern="1200">
              <a:solidFill>
                <a:schemeClr val="accent2"/>
              </a:solidFill>
              <a:latin typeface="Segoe Light" panose="020B0302040504020203" pitchFamily="34" charset="0"/>
              <a:ea typeface="+mn-ea"/>
              <a:cs typeface="+mn-cs"/>
            </a:endParaRPr>
          </a:p>
        </p:txBody>
      </p:sp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20A47B1B-45A2-9FB9-A769-79CBD716305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7139" y="6239242"/>
            <a:ext cx="908095" cy="441257"/>
          </a:xfrm>
          <a:prstGeom prst="rect">
            <a:avLst/>
          </a:prstGeom>
        </p:spPr>
      </p:pic>
      <p:grpSp>
        <p:nvGrpSpPr>
          <p:cNvPr id="28" name="Gruppo 27">
            <a:extLst>
              <a:ext uri="{FF2B5EF4-FFF2-40B4-BE49-F238E27FC236}">
                <a16:creationId xmlns:a16="http://schemas.microsoft.com/office/drawing/2014/main" id="{BDB11126-59A2-4305-B0C3-28CFD8085212}"/>
              </a:ext>
            </a:extLst>
          </p:cNvPr>
          <p:cNvGrpSpPr/>
          <p:nvPr userDrawn="1"/>
        </p:nvGrpSpPr>
        <p:grpSpPr>
          <a:xfrm rot="5400000">
            <a:off x="9112844" y="3437362"/>
            <a:ext cx="7223763" cy="349063"/>
            <a:chOff x="0" y="357048"/>
            <a:chExt cx="13000425" cy="628196"/>
          </a:xfrm>
        </p:grpSpPr>
        <p:sp>
          <p:nvSpPr>
            <p:cNvPr id="29" name="Rettangolo 28">
              <a:extLst>
                <a:ext uri="{FF2B5EF4-FFF2-40B4-BE49-F238E27FC236}">
                  <a16:creationId xmlns:a16="http://schemas.microsoft.com/office/drawing/2014/main" id="{1D07282C-CFCA-BEA0-95DF-40C78A9F931A}"/>
                </a:ext>
              </a:extLst>
            </p:cNvPr>
            <p:cNvSpPr/>
            <p:nvPr/>
          </p:nvSpPr>
          <p:spPr>
            <a:xfrm>
              <a:off x="0" y="429208"/>
              <a:ext cx="2467537" cy="244873"/>
            </a:xfrm>
            <a:prstGeom prst="rect">
              <a:avLst/>
            </a:prstGeom>
            <a:solidFill>
              <a:srgbClr val="E95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0" name="Rettangolo 29">
              <a:extLst>
                <a:ext uri="{FF2B5EF4-FFF2-40B4-BE49-F238E27FC236}">
                  <a16:creationId xmlns:a16="http://schemas.microsoft.com/office/drawing/2014/main" id="{7CBD1E3D-B1B1-9881-30B0-6C03D1B93C87}"/>
                </a:ext>
              </a:extLst>
            </p:cNvPr>
            <p:cNvSpPr/>
            <p:nvPr/>
          </p:nvSpPr>
          <p:spPr>
            <a:xfrm>
              <a:off x="0" y="674081"/>
              <a:ext cx="2467537" cy="244873"/>
            </a:xfrm>
            <a:prstGeom prst="rect">
              <a:avLst/>
            </a:prstGeom>
            <a:solidFill>
              <a:srgbClr val="EE74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3" name="CasellaDiTesto 52">
              <a:extLst>
                <a:ext uri="{FF2B5EF4-FFF2-40B4-BE49-F238E27FC236}">
                  <a16:creationId xmlns:a16="http://schemas.microsoft.com/office/drawing/2014/main" id="{6E498E23-9C66-CB72-B14C-732FB6B11D25}"/>
                </a:ext>
              </a:extLst>
            </p:cNvPr>
            <p:cNvSpPr txBox="1"/>
            <p:nvPr/>
          </p:nvSpPr>
          <p:spPr>
            <a:xfrm>
              <a:off x="1568203" y="371434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#E95909</a:t>
              </a:r>
            </a:p>
          </p:txBody>
        </p:sp>
        <p:sp>
          <p:nvSpPr>
            <p:cNvPr id="54" name="CasellaDiTesto 53">
              <a:extLst>
                <a:ext uri="{FF2B5EF4-FFF2-40B4-BE49-F238E27FC236}">
                  <a16:creationId xmlns:a16="http://schemas.microsoft.com/office/drawing/2014/main" id="{5A987C0E-D6BC-62FD-BEBF-FA624A616E63}"/>
                </a:ext>
              </a:extLst>
            </p:cNvPr>
            <p:cNvSpPr txBox="1"/>
            <p:nvPr/>
          </p:nvSpPr>
          <p:spPr>
            <a:xfrm>
              <a:off x="1568196" y="597513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#EE7421</a:t>
              </a:r>
            </a:p>
          </p:txBody>
        </p:sp>
        <p:sp>
          <p:nvSpPr>
            <p:cNvPr id="55" name="Rettangolo 54">
              <a:extLst>
                <a:ext uri="{FF2B5EF4-FFF2-40B4-BE49-F238E27FC236}">
                  <a16:creationId xmlns:a16="http://schemas.microsoft.com/office/drawing/2014/main" id="{946435B9-290E-7279-B6F1-26DB274B1B97}"/>
                </a:ext>
              </a:extLst>
            </p:cNvPr>
            <p:cNvSpPr/>
            <p:nvPr/>
          </p:nvSpPr>
          <p:spPr>
            <a:xfrm>
              <a:off x="2467537" y="429208"/>
              <a:ext cx="2467537" cy="244873"/>
            </a:xfrm>
            <a:prstGeom prst="rect">
              <a:avLst/>
            </a:prstGeom>
            <a:solidFill>
              <a:srgbClr val="013A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6" name="Rettangolo 55">
              <a:extLst>
                <a:ext uri="{FF2B5EF4-FFF2-40B4-BE49-F238E27FC236}">
                  <a16:creationId xmlns:a16="http://schemas.microsoft.com/office/drawing/2014/main" id="{1A7BDA58-92A5-DCC8-CB78-AB725AC945F9}"/>
                </a:ext>
              </a:extLst>
            </p:cNvPr>
            <p:cNvSpPr/>
            <p:nvPr/>
          </p:nvSpPr>
          <p:spPr>
            <a:xfrm>
              <a:off x="2467537" y="674081"/>
              <a:ext cx="2467537" cy="244873"/>
            </a:xfrm>
            <a:prstGeom prst="rect">
              <a:avLst/>
            </a:prstGeom>
            <a:solidFill>
              <a:srgbClr val="0259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7" name="CasellaDiTesto 56">
              <a:extLst>
                <a:ext uri="{FF2B5EF4-FFF2-40B4-BE49-F238E27FC236}">
                  <a16:creationId xmlns:a16="http://schemas.microsoft.com/office/drawing/2014/main" id="{9A688781-0AA6-A194-D290-7C15630197C4}"/>
                </a:ext>
              </a:extLst>
            </p:cNvPr>
            <p:cNvSpPr txBox="1"/>
            <p:nvPr/>
          </p:nvSpPr>
          <p:spPr>
            <a:xfrm>
              <a:off x="4035741" y="371434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#013A4F</a:t>
              </a:r>
            </a:p>
          </p:txBody>
        </p:sp>
        <p:sp>
          <p:nvSpPr>
            <p:cNvPr id="58" name="CasellaDiTesto 57">
              <a:extLst>
                <a:ext uri="{FF2B5EF4-FFF2-40B4-BE49-F238E27FC236}">
                  <a16:creationId xmlns:a16="http://schemas.microsoft.com/office/drawing/2014/main" id="{69AF2D6D-0AAB-EDCA-E410-A8F9FA479AFC}"/>
                </a:ext>
              </a:extLst>
            </p:cNvPr>
            <p:cNvSpPr txBox="1"/>
            <p:nvPr/>
          </p:nvSpPr>
          <p:spPr>
            <a:xfrm>
              <a:off x="4035739" y="597517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#025978</a:t>
              </a:r>
            </a:p>
          </p:txBody>
        </p:sp>
        <p:sp>
          <p:nvSpPr>
            <p:cNvPr id="59" name="Rettangolo 58">
              <a:extLst>
                <a:ext uri="{FF2B5EF4-FFF2-40B4-BE49-F238E27FC236}">
                  <a16:creationId xmlns:a16="http://schemas.microsoft.com/office/drawing/2014/main" id="{B1261B4A-BB0C-C491-F17A-1CBE15120F5B}"/>
                </a:ext>
              </a:extLst>
            </p:cNvPr>
            <p:cNvSpPr/>
            <p:nvPr/>
          </p:nvSpPr>
          <p:spPr>
            <a:xfrm>
              <a:off x="4935074" y="429208"/>
              <a:ext cx="2467537" cy="244873"/>
            </a:xfrm>
            <a:prstGeom prst="rect">
              <a:avLst/>
            </a:prstGeom>
            <a:solidFill>
              <a:srgbClr val="029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0" name="Rettangolo 59">
              <a:extLst>
                <a:ext uri="{FF2B5EF4-FFF2-40B4-BE49-F238E27FC236}">
                  <a16:creationId xmlns:a16="http://schemas.microsoft.com/office/drawing/2014/main" id="{D715725C-7F31-B1B7-3277-4E6A403604AA}"/>
                </a:ext>
              </a:extLst>
            </p:cNvPr>
            <p:cNvSpPr/>
            <p:nvPr/>
          </p:nvSpPr>
          <p:spPr>
            <a:xfrm>
              <a:off x="4935074" y="674081"/>
              <a:ext cx="2467537" cy="244873"/>
            </a:xfrm>
            <a:prstGeom prst="rect">
              <a:avLst/>
            </a:prstGeom>
            <a:solidFill>
              <a:srgbClr val="DEEB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1" name="CasellaDiTesto 60">
              <a:extLst>
                <a:ext uri="{FF2B5EF4-FFF2-40B4-BE49-F238E27FC236}">
                  <a16:creationId xmlns:a16="http://schemas.microsoft.com/office/drawing/2014/main" id="{14BAFEAB-D348-3838-A794-ED3B04084C98}"/>
                </a:ext>
              </a:extLst>
            </p:cNvPr>
            <p:cNvSpPr txBox="1"/>
            <p:nvPr/>
          </p:nvSpPr>
          <p:spPr>
            <a:xfrm>
              <a:off x="6451208" y="371435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#0296CD</a:t>
              </a:r>
            </a:p>
          </p:txBody>
        </p:sp>
        <p:sp>
          <p:nvSpPr>
            <p:cNvPr id="62" name="CasellaDiTesto 61">
              <a:extLst>
                <a:ext uri="{FF2B5EF4-FFF2-40B4-BE49-F238E27FC236}">
                  <a16:creationId xmlns:a16="http://schemas.microsoft.com/office/drawing/2014/main" id="{AE185F93-2098-1CA7-7A39-DB18435FFEEB}"/>
                </a:ext>
              </a:extLst>
            </p:cNvPr>
            <p:cNvSpPr txBox="1"/>
            <p:nvPr/>
          </p:nvSpPr>
          <p:spPr>
            <a:xfrm>
              <a:off x="6496993" y="597517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rgbClr val="013A4F"/>
                  </a:solidFill>
                </a:rPr>
                <a:t>#013A4F</a:t>
              </a:r>
            </a:p>
          </p:txBody>
        </p:sp>
        <p:sp>
          <p:nvSpPr>
            <p:cNvPr id="63" name="Rettangolo 62">
              <a:extLst>
                <a:ext uri="{FF2B5EF4-FFF2-40B4-BE49-F238E27FC236}">
                  <a16:creationId xmlns:a16="http://schemas.microsoft.com/office/drawing/2014/main" id="{2A657397-45A9-7AB3-C0F2-9AE2F158DAB5}"/>
                </a:ext>
              </a:extLst>
            </p:cNvPr>
            <p:cNvSpPr/>
            <p:nvPr/>
          </p:nvSpPr>
          <p:spPr>
            <a:xfrm>
              <a:off x="7397536" y="429208"/>
              <a:ext cx="2467537" cy="24487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4" name="Rettangolo 63">
              <a:extLst>
                <a:ext uri="{FF2B5EF4-FFF2-40B4-BE49-F238E27FC236}">
                  <a16:creationId xmlns:a16="http://schemas.microsoft.com/office/drawing/2014/main" id="{975F4C22-7253-B240-9065-675174470350}"/>
                </a:ext>
              </a:extLst>
            </p:cNvPr>
            <p:cNvSpPr/>
            <p:nvPr/>
          </p:nvSpPr>
          <p:spPr>
            <a:xfrm>
              <a:off x="7397536" y="674081"/>
              <a:ext cx="2467537" cy="244873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5" name="CasellaDiTesto 64">
              <a:extLst>
                <a:ext uri="{FF2B5EF4-FFF2-40B4-BE49-F238E27FC236}">
                  <a16:creationId xmlns:a16="http://schemas.microsoft.com/office/drawing/2014/main" id="{E2CD078A-1531-96A3-1A59-4B09A3F12800}"/>
                </a:ext>
              </a:extLst>
            </p:cNvPr>
            <p:cNvSpPr txBox="1"/>
            <p:nvPr/>
          </p:nvSpPr>
          <p:spPr>
            <a:xfrm>
              <a:off x="8948678" y="357048"/>
              <a:ext cx="1582713" cy="609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#000000</a:t>
              </a:r>
            </a:p>
            <a:p>
              <a:endParaRPr lang="it-IT" sz="800" dirty="0">
                <a:solidFill>
                  <a:schemeClr val="bg1"/>
                </a:solidFill>
              </a:endParaRPr>
            </a:p>
          </p:txBody>
        </p:sp>
        <p:sp>
          <p:nvSpPr>
            <p:cNvPr id="66" name="CasellaDiTesto 65">
              <a:extLst>
                <a:ext uri="{FF2B5EF4-FFF2-40B4-BE49-F238E27FC236}">
                  <a16:creationId xmlns:a16="http://schemas.microsoft.com/office/drawing/2014/main" id="{BD13792F-AF20-54D5-39AB-2C1FC865283B}"/>
                </a:ext>
              </a:extLst>
            </p:cNvPr>
            <p:cNvSpPr txBox="1"/>
            <p:nvPr/>
          </p:nvSpPr>
          <p:spPr>
            <a:xfrm>
              <a:off x="8942637" y="597517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#262626</a:t>
              </a:r>
            </a:p>
          </p:txBody>
        </p:sp>
        <p:sp>
          <p:nvSpPr>
            <p:cNvPr id="67" name="Rettangolo 66">
              <a:extLst>
                <a:ext uri="{FF2B5EF4-FFF2-40B4-BE49-F238E27FC236}">
                  <a16:creationId xmlns:a16="http://schemas.microsoft.com/office/drawing/2014/main" id="{777CF307-EA98-57FF-4C3B-D283FB882801}"/>
                </a:ext>
              </a:extLst>
            </p:cNvPr>
            <p:cNvSpPr/>
            <p:nvPr/>
          </p:nvSpPr>
          <p:spPr>
            <a:xfrm>
              <a:off x="9865073" y="429208"/>
              <a:ext cx="2467537" cy="244873"/>
            </a:xfrm>
            <a:prstGeom prst="rect">
              <a:avLst/>
            </a:prstGeom>
            <a:solidFill>
              <a:srgbClr val="EE1C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8" name="Rettangolo 67">
              <a:extLst>
                <a:ext uri="{FF2B5EF4-FFF2-40B4-BE49-F238E27FC236}">
                  <a16:creationId xmlns:a16="http://schemas.microsoft.com/office/drawing/2014/main" id="{A333CC6F-423E-7A9C-EAFE-D450F8E76452}"/>
                </a:ext>
              </a:extLst>
            </p:cNvPr>
            <p:cNvSpPr/>
            <p:nvPr/>
          </p:nvSpPr>
          <p:spPr>
            <a:xfrm>
              <a:off x="9865073" y="674081"/>
              <a:ext cx="2467537" cy="244873"/>
            </a:xfrm>
            <a:prstGeom prst="rect">
              <a:avLst/>
            </a:prstGeom>
            <a:solidFill>
              <a:srgbClr val="C2032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9" name="CasellaDiTesto 68">
              <a:extLst>
                <a:ext uri="{FF2B5EF4-FFF2-40B4-BE49-F238E27FC236}">
                  <a16:creationId xmlns:a16="http://schemas.microsoft.com/office/drawing/2014/main" id="{3653F6DB-5507-D0F9-400B-2025E38B751D}"/>
                </a:ext>
              </a:extLst>
            </p:cNvPr>
            <p:cNvSpPr txBox="1"/>
            <p:nvPr/>
          </p:nvSpPr>
          <p:spPr>
            <a:xfrm>
              <a:off x="11417712" y="371435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#EE1C3E</a:t>
              </a:r>
            </a:p>
          </p:txBody>
        </p:sp>
        <p:sp>
          <p:nvSpPr>
            <p:cNvPr id="70" name="CasellaDiTesto 69">
              <a:extLst>
                <a:ext uri="{FF2B5EF4-FFF2-40B4-BE49-F238E27FC236}">
                  <a16:creationId xmlns:a16="http://schemas.microsoft.com/office/drawing/2014/main" id="{0D099E69-5993-7EB2-6BBD-4B18936AF979}"/>
                </a:ext>
              </a:extLst>
            </p:cNvPr>
            <p:cNvSpPr txBox="1"/>
            <p:nvPr/>
          </p:nvSpPr>
          <p:spPr>
            <a:xfrm>
              <a:off x="11417711" y="597517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#C20327</a:t>
              </a:r>
            </a:p>
          </p:txBody>
        </p:sp>
        <p:sp>
          <p:nvSpPr>
            <p:cNvPr id="71" name="CasellaDiTesto 70">
              <a:extLst>
                <a:ext uri="{FF2B5EF4-FFF2-40B4-BE49-F238E27FC236}">
                  <a16:creationId xmlns:a16="http://schemas.microsoft.com/office/drawing/2014/main" id="{A24AE542-B2FA-462B-BDFE-0B73093D5AF5}"/>
                </a:ext>
              </a:extLst>
            </p:cNvPr>
            <p:cNvSpPr txBox="1"/>
            <p:nvPr userDrawn="1"/>
          </p:nvSpPr>
          <p:spPr>
            <a:xfrm>
              <a:off x="8081773" y="357048"/>
              <a:ext cx="1582713" cy="609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rgbClr val="E95909"/>
                  </a:solidFill>
                </a:rPr>
                <a:t>#000000</a:t>
              </a:r>
            </a:p>
            <a:p>
              <a:endParaRPr lang="it-IT" sz="8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D86EF4A5-4883-DF2E-388B-C99249A5736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78627" y="6242478"/>
            <a:ext cx="1526779" cy="331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614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5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 </a:t>
            </a:r>
          </a:p>
        </p:txBody>
      </p:sp>
      <p:pic>
        <p:nvPicPr>
          <p:cNvPr id="9" name="Immagin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4955" y="381652"/>
            <a:ext cx="916205" cy="840354"/>
          </a:xfrm>
          <a:prstGeom prst="rect">
            <a:avLst/>
          </a:prstGeom>
        </p:spPr>
      </p:pic>
      <p:sp>
        <p:nvSpPr>
          <p:cNvPr id="12" name="Segnaposto numero diapositiva 2"/>
          <p:cNvSpPr txBox="1">
            <a:spLocks/>
          </p:cNvSpPr>
          <p:nvPr userDrawn="1"/>
        </p:nvSpPr>
        <p:spPr>
          <a:xfrm>
            <a:off x="11070036" y="311321"/>
            <a:ext cx="899592" cy="93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lang="it-IT" sz="3000" u="none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5B7EC30-A1BB-4750-909C-7C1098C1FE0D}" type="slidenum">
              <a:rPr lang="it-IT" sz="2400" kern="1200" smtClean="0">
                <a:solidFill>
                  <a:schemeClr val="bg1"/>
                </a:solidFill>
                <a:latin typeface="Segoe Light" panose="020B0302040504020203" pitchFamily="34" charset="0"/>
                <a:ea typeface="+mn-ea"/>
                <a:cs typeface="+mn-cs"/>
              </a:rPr>
              <a:pPr/>
              <a:t>‹#›</a:t>
            </a:fld>
            <a:endParaRPr lang="it-IT" sz="2400" kern="1200">
              <a:solidFill>
                <a:schemeClr val="bg1"/>
              </a:solidFill>
              <a:latin typeface="Segoe Light" panose="020B0302040504020203" pitchFamily="34" charset="0"/>
              <a:ea typeface="+mn-ea"/>
              <a:cs typeface="+mn-cs"/>
            </a:endParaRPr>
          </a:p>
        </p:txBody>
      </p:sp>
      <p:pic>
        <p:nvPicPr>
          <p:cNvPr id="77" name="Elemento grafico 76">
            <a:extLst>
              <a:ext uri="{FF2B5EF4-FFF2-40B4-BE49-F238E27FC236}">
                <a16:creationId xmlns:a16="http://schemas.microsoft.com/office/drawing/2014/main" id="{D97070D3-8247-6FF9-ED53-16D11DE4DE4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0314" y="6239978"/>
            <a:ext cx="901214" cy="437000"/>
          </a:xfrm>
          <a:prstGeom prst="rect">
            <a:avLst/>
          </a:prstGeom>
        </p:spPr>
      </p:pic>
      <p:grpSp>
        <p:nvGrpSpPr>
          <p:cNvPr id="29" name="Gruppo 28">
            <a:extLst>
              <a:ext uri="{FF2B5EF4-FFF2-40B4-BE49-F238E27FC236}">
                <a16:creationId xmlns:a16="http://schemas.microsoft.com/office/drawing/2014/main" id="{26AFBDE9-C509-7E3C-1734-5D26EC7E9E0A}"/>
              </a:ext>
            </a:extLst>
          </p:cNvPr>
          <p:cNvGrpSpPr/>
          <p:nvPr userDrawn="1"/>
        </p:nvGrpSpPr>
        <p:grpSpPr>
          <a:xfrm rot="5400000">
            <a:off x="9112844" y="3437362"/>
            <a:ext cx="7223763" cy="349063"/>
            <a:chOff x="0" y="357048"/>
            <a:chExt cx="13000425" cy="628196"/>
          </a:xfrm>
        </p:grpSpPr>
        <p:sp>
          <p:nvSpPr>
            <p:cNvPr id="30" name="Rettangolo 29">
              <a:extLst>
                <a:ext uri="{FF2B5EF4-FFF2-40B4-BE49-F238E27FC236}">
                  <a16:creationId xmlns:a16="http://schemas.microsoft.com/office/drawing/2014/main" id="{8C42C31E-D350-D201-5F70-ED718F498FDF}"/>
                </a:ext>
              </a:extLst>
            </p:cNvPr>
            <p:cNvSpPr/>
            <p:nvPr/>
          </p:nvSpPr>
          <p:spPr>
            <a:xfrm>
              <a:off x="0" y="429208"/>
              <a:ext cx="2467537" cy="244873"/>
            </a:xfrm>
            <a:prstGeom prst="rect">
              <a:avLst/>
            </a:prstGeom>
            <a:solidFill>
              <a:srgbClr val="E95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1" name="Rettangolo 30">
              <a:extLst>
                <a:ext uri="{FF2B5EF4-FFF2-40B4-BE49-F238E27FC236}">
                  <a16:creationId xmlns:a16="http://schemas.microsoft.com/office/drawing/2014/main" id="{6A3A8D0A-42EC-DB1F-7DCE-AC2D8962E65C}"/>
                </a:ext>
              </a:extLst>
            </p:cNvPr>
            <p:cNvSpPr/>
            <p:nvPr/>
          </p:nvSpPr>
          <p:spPr>
            <a:xfrm>
              <a:off x="0" y="674081"/>
              <a:ext cx="2467537" cy="244873"/>
            </a:xfrm>
            <a:prstGeom prst="rect">
              <a:avLst/>
            </a:prstGeom>
            <a:solidFill>
              <a:srgbClr val="EE74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2" name="CasellaDiTesto 31">
              <a:extLst>
                <a:ext uri="{FF2B5EF4-FFF2-40B4-BE49-F238E27FC236}">
                  <a16:creationId xmlns:a16="http://schemas.microsoft.com/office/drawing/2014/main" id="{30200E16-0ABB-47CF-0B87-C5570047460E}"/>
                </a:ext>
              </a:extLst>
            </p:cNvPr>
            <p:cNvSpPr txBox="1"/>
            <p:nvPr/>
          </p:nvSpPr>
          <p:spPr>
            <a:xfrm>
              <a:off x="1568203" y="371434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#E95909</a:t>
              </a:r>
            </a:p>
          </p:txBody>
        </p:sp>
        <p:sp>
          <p:nvSpPr>
            <p:cNvPr id="33" name="CasellaDiTesto 32">
              <a:extLst>
                <a:ext uri="{FF2B5EF4-FFF2-40B4-BE49-F238E27FC236}">
                  <a16:creationId xmlns:a16="http://schemas.microsoft.com/office/drawing/2014/main" id="{9A1E34D3-09F7-92F3-1142-59605F9C248A}"/>
                </a:ext>
              </a:extLst>
            </p:cNvPr>
            <p:cNvSpPr txBox="1"/>
            <p:nvPr/>
          </p:nvSpPr>
          <p:spPr>
            <a:xfrm>
              <a:off x="1568196" y="597513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#EE7421</a:t>
              </a:r>
            </a:p>
          </p:txBody>
        </p:sp>
        <p:sp>
          <p:nvSpPr>
            <p:cNvPr id="34" name="Rettangolo 33">
              <a:extLst>
                <a:ext uri="{FF2B5EF4-FFF2-40B4-BE49-F238E27FC236}">
                  <a16:creationId xmlns:a16="http://schemas.microsoft.com/office/drawing/2014/main" id="{94518418-B1AB-8AE6-B117-54BD838259BC}"/>
                </a:ext>
              </a:extLst>
            </p:cNvPr>
            <p:cNvSpPr/>
            <p:nvPr/>
          </p:nvSpPr>
          <p:spPr>
            <a:xfrm>
              <a:off x="2467537" y="429208"/>
              <a:ext cx="2467537" cy="244873"/>
            </a:xfrm>
            <a:prstGeom prst="rect">
              <a:avLst/>
            </a:prstGeom>
            <a:solidFill>
              <a:srgbClr val="013A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5" name="Rettangolo 34">
              <a:extLst>
                <a:ext uri="{FF2B5EF4-FFF2-40B4-BE49-F238E27FC236}">
                  <a16:creationId xmlns:a16="http://schemas.microsoft.com/office/drawing/2014/main" id="{AF9F937E-E7E5-224F-16FA-4263BCC07AE3}"/>
                </a:ext>
              </a:extLst>
            </p:cNvPr>
            <p:cNvSpPr/>
            <p:nvPr/>
          </p:nvSpPr>
          <p:spPr>
            <a:xfrm>
              <a:off x="2467537" y="674081"/>
              <a:ext cx="2467537" cy="244873"/>
            </a:xfrm>
            <a:prstGeom prst="rect">
              <a:avLst/>
            </a:prstGeom>
            <a:solidFill>
              <a:srgbClr val="0259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6" name="CasellaDiTesto 35">
              <a:extLst>
                <a:ext uri="{FF2B5EF4-FFF2-40B4-BE49-F238E27FC236}">
                  <a16:creationId xmlns:a16="http://schemas.microsoft.com/office/drawing/2014/main" id="{5092D2C5-4269-9E99-CF43-E5F046C57278}"/>
                </a:ext>
              </a:extLst>
            </p:cNvPr>
            <p:cNvSpPr txBox="1"/>
            <p:nvPr/>
          </p:nvSpPr>
          <p:spPr>
            <a:xfrm>
              <a:off x="4035741" y="371434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#013A4F</a:t>
              </a:r>
            </a:p>
          </p:txBody>
        </p:sp>
        <p:sp>
          <p:nvSpPr>
            <p:cNvPr id="37" name="CasellaDiTesto 36">
              <a:extLst>
                <a:ext uri="{FF2B5EF4-FFF2-40B4-BE49-F238E27FC236}">
                  <a16:creationId xmlns:a16="http://schemas.microsoft.com/office/drawing/2014/main" id="{3419D90F-9643-B20D-E14E-DD8A8C9F971D}"/>
                </a:ext>
              </a:extLst>
            </p:cNvPr>
            <p:cNvSpPr txBox="1"/>
            <p:nvPr/>
          </p:nvSpPr>
          <p:spPr>
            <a:xfrm>
              <a:off x="4035739" y="597517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#025978</a:t>
              </a:r>
            </a:p>
          </p:txBody>
        </p:sp>
        <p:sp>
          <p:nvSpPr>
            <p:cNvPr id="38" name="Rettangolo 37">
              <a:extLst>
                <a:ext uri="{FF2B5EF4-FFF2-40B4-BE49-F238E27FC236}">
                  <a16:creationId xmlns:a16="http://schemas.microsoft.com/office/drawing/2014/main" id="{712ED245-9F48-B83D-E40B-76894107BF36}"/>
                </a:ext>
              </a:extLst>
            </p:cNvPr>
            <p:cNvSpPr/>
            <p:nvPr/>
          </p:nvSpPr>
          <p:spPr>
            <a:xfrm>
              <a:off x="4935074" y="429208"/>
              <a:ext cx="2467537" cy="244873"/>
            </a:xfrm>
            <a:prstGeom prst="rect">
              <a:avLst/>
            </a:prstGeom>
            <a:solidFill>
              <a:srgbClr val="029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9" name="Rettangolo 38">
              <a:extLst>
                <a:ext uri="{FF2B5EF4-FFF2-40B4-BE49-F238E27FC236}">
                  <a16:creationId xmlns:a16="http://schemas.microsoft.com/office/drawing/2014/main" id="{B12F99BA-B5DB-BD9A-C46C-1B1047EE1E68}"/>
                </a:ext>
              </a:extLst>
            </p:cNvPr>
            <p:cNvSpPr/>
            <p:nvPr/>
          </p:nvSpPr>
          <p:spPr>
            <a:xfrm>
              <a:off x="4935074" y="674081"/>
              <a:ext cx="2467537" cy="244873"/>
            </a:xfrm>
            <a:prstGeom prst="rect">
              <a:avLst/>
            </a:prstGeom>
            <a:solidFill>
              <a:srgbClr val="DEEB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0" name="CasellaDiTesto 39">
              <a:extLst>
                <a:ext uri="{FF2B5EF4-FFF2-40B4-BE49-F238E27FC236}">
                  <a16:creationId xmlns:a16="http://schemas.microsoft.com/office/drawing/2014/main" id="{BE693564-D745-6530-3FBA-F5F509A784D5}"/>
                </a:ext>
              </a:extLst>
            </p:cNvPr>
            <p:cNvSpPr txBox="1"/>
            <p:nvPr/>
          </p:nvSpPr>
          <p:spPr>
            <a:xfrm>
              <a:off x="6451208" y="371435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#0296CD</a:t>
              </a:r>
            </a:p>
          </p:txBody>
        </p:sp>
        <p:sp>
          <p:nvSpPr>
            <p:cNvPr id="41" name="CasellaDiTesto 40">
              <a:extLst>
                <a:ext uri="{FF2B5EF4-FFF2-40B4-BE49-F238E27FC236}">
                  <a16:creationId xmlns:a16="http://schemas.microsoft.com/office/drawing/2014/main" id="{085AD29A-566A-5505-250D-8F2FA226EE29}"/>
                </a:ext>
              </a:extLst>
            </p:cNvPr>
            <p:cNvSpPr txBox="1"/>
            <p:nvPr/>
          </p:nvSpPr>
          <p:spPr>
            <a:xfrm>
              <a:off x="6496993" y="597517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rgbClr val="013A4F"/>
                  </a:solidFill>
                </a:rPr>
                <a:t>#013A4F</a:t>
              </a:r>
            </a:p>
          </p:txBody>
        </p:sp>
        <p:sp>
          <p:nvSpPr>
            <p:cNvPr id="42" name="Rettangolo 41">
              <a:extLst>
                <a:ext uri="{FF2B5EF4-FFF2-40B4-BE49-F238E27FC236}">
                  <a16:creationId xmlns:a16="http://schemas.microsoft.com/office/drawing/2014/main" id="{4A1C591C-05E0-0B4D-E58F-B8FB7609F6D9}"/>
                </a:ext>
              </a:extLst>
            </p:cNvPr>
            <p:cNvSpPr/>
            <p:nvPr/>
          </p:nvSpPr>
          <p:spPr>
            <a:xfrm>
              <a:off x="7397536" y="429208"/>
              <a:ext cx="2467537" cy="24487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3" name="Rettangolo 42">
              <a:extLst>
                <a:ext uri="{FF2B5EF4-FFF2-40B4-BE49-F238E27FC236}">
                  <a16:creationId xmlns:a16="http://schemas.microsoft.com/office/drawing/2014/main" id="{3E5EE189-A73E-F7D8-FC03-ABC0233E15D1}"/>
                </a:ext>
              </a:extLst>
            </p:cNvPr>
            <p:cNvSpPr/>
            <p:nvPr/>
          </p:nvSpPr>
          <p:spPr>
            <a:xfrm>
              <a:off x="7397536" y="674081"/>
              <a:ext cx="2467537" cy="244873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4" name="CasellaDiTesto 43">
              <a:extLst>
                <a:ext uri="{FF2B5EF4-FFF2-40B4-BE49-F238E27FC236}">
                  <a16:creationId xmlns:a16="http://schemas.microsoft.com/office/drawing/2014/main" id="{C43A13CA-2430-364F-13FB-B11231DE8010}"/>
                </a:ext>
              </a:extLst>
            </p:cNvPr>
            <p:cNvSpPr txBox="1"/>
            <p:nvPr/>
          </p:nvSpPr>
          <p:spPr>
            <a:xfrm>
              <a:off x="8948678" y="357048"/>
              <a:ext cx="1582713" cy="609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#000000</a:t>
              </a:r>
            </a:p>
            <a:p>
              <a:endParaRPr lang="it-IT" sz="800" dirty="0">
                <a:solidFill>
                  <a:schemeClr val="bg1"/>
                </a:solidFill>
              </a:endParaRPr>
            </a:p>
          </p:txBody>
        </p:sp>
        <p:sp>
          <p:nvSpPr>
            <p:cNvPr id="45" name="CasellaDiTesto 44">
              <a:extLst>
                <a:ext uri="{FF2B5EF4-FFF2-40B4-BE49-F238E27FC236}">
                  <a16:creationId xmlns:a16="http://schemas.microsoft.com/office/drawing/2014/main" id="{074C6DE6-5E83-FB14-D374-53EAA33DA12A}"/>
                </a:ext>
              </a:extLst>
            </p:cNvPr>
            <p:cNvSpPr txBox="1"/>
            <p:nvPr/>
          </p:nvSpPr>
          <p:spPr>
            <a:xfrm>
              <a:off x="8942637" y="597517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#262626</a:t>
              </a:r>
            </a:p>
          </p:txBody>
        </p:sp>
        <p:sp>
          <p:nvSpPr>
            <p:cNvPr id="46" name="Rettangolo 45">
              <a:extLst>
                <a:ext uri="{FF2B5EF4-FFF2-40B4-BE49-F238E27FC236}">
                  <a16:creationId xmlns:a16="http://schemas.microsoft.com/office/drawing/2014/main" id="{A8396FB6-B745-A5FB-31D4-90AAF58F809A}"/>
                </a:ext>
              </a:extLst>
            </p:cNvPr>
            <p:cNvSpPr/>
            <p:nvPr/>
          </p:nvSpPr>
          <p:spPr>
            <a:xfrm>
              <a:off x="9865073" y="429208"/>
              <a:ext cx="2467537" cy="244873"/>
            </a:xfrm>
            <a:prstGeom prst="rect">
              <a:avLst/>
            </a:prstGeom>
            <a:solidFill>
              <a:srgbClr val="EE1C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7" name="Rettangolo 46">
              <a:extLst>
                <a:ext uri="{FF2B5EF4-FFF2-40B4-BE49-F238E27FC236}">
                  <a16:creationId xmlns:a16="http://schemas.microsoft.com/office/drawing/2014/main" id="{8D2C4B6E-BFB2-5EB2-5458-844966546B9A}"/>
                </a:ext>
              </a:extLst>
            </p:cNvPr>
            <p:cNvSpPr/>
            <p:nvPr/>
          </p:nvSpPr>
          <p:spPr>
            <a:xfrm>
              <a:off x="9865073" y="674081"/>
              <a:ext cx="2467537" cy="244873"/>
            </a:xfrm>
            <a:prstGeom prst="rect">
              <a:avLst/>
            </a:prstGeom>
            <a:solidFill>
              <a:srgbClr val="C2032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8" name="CasellaDiTesto 47">
              <a:extLst>
                <a:ext uri="{FF2B5EF4-FFF2-40B4-BE49-F238E27FC236}">
                  <a16:creationId xmlns:a16="http://schemas.microsoft.com/office/drawing/2014/main" id="{06B86880-CEEF-1037-AEB3-97DB095E6916}"/>
                </a:ext>
              </a:extLst>
            </p:cNvPr>
            <p:cNvSpPr txBox="1"/>
            <p:nvPr/>
          </p:nvSpPr>
          <p:spPr>
            <a:xfrm>
              <a:off x="11417712" y="371435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#EE1C3E</a:t>
              </a:r>
            </a:p>
          </p:txBody>
        </p:sp>
        <p:sp>
          <p:nvSpPr>
            <p:cNvPr id="49" name="CasellaDiTesto 48">
              <a:extLst>
                <a:ext uri="{FF2B5EF4-FFF2-40B4-BE49-F238E27FC236}">
                  <a16:creationId xmlns:a16="http://schemas.microsoft.com/office/drawing/2014/main" id="{A0B62233-9D45-9E7D-7B15-BEA5B1C507EB}"/>
                </a:ext>
              </a:extLst>
            </p:cNvPr>
            <p:cNvSpPr txBox="1"/>
            <p:nvPr/>
          </p:nvSpPr>
          <p:spPr>
            <a:xfrm>
              <a:off x="11417711" y="597517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#C20327</a:t>
              </a:r>
            </a:p>
          </p:txBody>
        </p:sp>
        <p:sp>
          <p:nvSpPr>
            <p:cNvPr id="50" name="CasellaDiTesto 49">
              <a:extLst>
                <a:ext uri="{FF2B5EF4-FFF2-40B4-BE49-F238E27FC236}">
                  <a16:creationId xmlns:a16="http://schemas.microsoft.com/office/drawing/2014/main" id="{CE04BB90-1F80-2D37-A639-8DDAE2ED11C9}"/>
                </a:ext>
              </a:extLst>
            </p:cNvPr>
            <p:cNvSpPr txBox="1"/>
            <p:nvPr userDrawn="1"/>
          </p:nvSpPr>
          <p:spPr>
            <a:xfrm>
              <a:off x="8081773" y="357048"/>
              <a:ext cx="1582713" cy="609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rgbClr val="E95909"/>
                  </a:solidFill>
                </a:rPr>
                <a:t>#000000</a:t>
              </a:r>
            </a:p>
            <a:p>
              <a:endParaRPr lang="it-IT" sz="8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1FFACDAA-3D80-9086-1EFB-BF70D78D2D0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89627" y="6237736"/>
            <a:ext cx="1502135" cy="32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081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Segnaposto numero diapositiva 2"/>
          <p:cNvSpPr txBox="1">
            <a:spLocks/>
          </p:cNvSpPr>
          <p:nvPr userDrawn="1"/>
        </p:nvSpPr>
        <p:spPr>
          <a:xfrm>
            <a:off x="11070215" y="311321"/>
            <a:ext cx="899592" cy="93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lang="it-IT" sz="3000" u="none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5B7EC30-A1BB-4750-909C-7C1098C1FE0D}" type="slidenum">
              <a:rPr lang="it-IT" sz="2400" kern="1200" smtClean="0">
                <a:solidFill>
                  <a:schemeClr val="bg1"/>
                </a:solidFill>
                <a:latin typeface="Segoe Light" panose="020B0302040504020203" pitchFamily="34" charset="0"/>
                <a:ea typeface="+mn-ea"/>
                <a:cs typeface="+mn-cs"/>
              </a:rPr>
              <a:pPr/>
              <a:t>‹#›</a:t>
            </a:fld>
            <a:endParaRPr lang="it-IT" sz="2400" kern="1200">
              <a:solidFill>
                <a:schemeClr val="bg1"/>
              </a:solidFill>
              <a:latin typeface="Segoe Light" panose="020B0302040504020203" pitchFamily="34" charset="0"/>
              <a:ea typeface="+mn-ea"/>
              <a:cs typeface="+mn-cs"/>
            </a:endParaRPr>
          </a:p>
        </p:txBody>
      </p: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84BDBA32-9C4D-73EE-7E36-DB9307C10E30}"/>
              </a:ext>
            </a:extLst>
          </p:cNvPr>
          <p:cNvGrpSpPr/>
          <p:nvPr userDrawn="1"/>
        </p:nvGrpSpPr>
        <p:grpSpPr>
          <a:xfrm rot="5400000">
            <a:off x="9112844" y="3437362"/>
            <a:ext cx="7223763" cy="349063"/>
            <a:chOff x="0" y="357048"/>
            <a:chExt cx="13000425" cy="628196"/>
          </a:xfrm>
        </p:grpSpPr>
        <p:sp>
          <p:nvSpPr>
            <p:cNvPr id="30" name="Rettangolo 29">
              <a:extLst>
                <a:ext uri="{FF2B5EF4-FFF2-40B4-BE49-F238E27FC236}">
                  <a16:creationId xmlns:a16="http://schemas.microsoft.com/office/drawing/2014/main" id="{A8DF89AB-3C79-7CAF-92D9-37AC5FE92518}"/>
                </a:ext>
              </a:extLst>
            </p:cNvPr>
            <p:cNvSpPr/>
            <p:nvPr/>
          </p:nvSpPr>
          <p:spPr>
            <a:xfrm>
              <a:off x="0" y="429208"/>
              <a:ext cx="2467537" cy="244873"/>
            </a:xfrm>
            <a:prstGeom prst="rect">
              <a:avLst/>
            </a:prstGeom>
            <a:solidFill>
              <a:srgbClr val="E95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1" name="Rettangolo 30">
              <a:extLst>
                <a:ext uri="{FF2B5EF4-FFF2-40B4-BE49-F238E27FC236}">
                  <a16:creationId xmlns:a16="http://schemas.microsoft.com/office/drawing/2014/main" id="{E91425C7-0FC9-42CD-0ACB-444F5E4239E1}"/>
                </a:ext>
              </a:extLst>
            </p:cNvPr>
            <p:cNvSpPr/>
            <p:nvPr/>
          </p:nvSpPr>
          <p:spPr>
            <a:xfrm>
              <a:off x="0" y="674081"/>
              <a:ext cx="2467537" cy="244873"/>
            </a:xfrm>
            <a:prstGeom prst="rect">
              <a:avLst/>
            </a:prstGeom>
            <a:solidFill>
              <a:srgbClr val="EE74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2" name="CasellaDiTesto 31">
              <a:extLst>
                <a:ext uri="{FF2B5EF4-FFF2-40B4-BE49-F238E27FC236}">
                  <a16:creationId xmlns:a16="http://schemas.microsoft.com/office/drawing/2014/main" id="{B27E5C2D-14FD-3EB5-1D22-57027CCAD445}"/>
                </a:ext>
              </a:extLst>
            </p:cNvPr>
            <p:cNvSpPr txBox="1"/>
            <p:nvPr/>
          </p:nvSpPr>
          <p:spPr>
            <a:xfrm>
              <a:off x="1568203" y="371434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#E95909</a:t>
              </a:r>
            </a:p>
          </p:txBody>
        </p:sp>
        <p:sp>
          <p:nvSpPr>
            <p:cNvPr id="56" name="CasellaDiTesto 55">
              <a:extLst>
                <a:ext uri="{FF2B5EF4-FFF2-40B4-BE49-F238E27FC236}">
                  <a16:creationId xmlns:a16="http://schemas.microsoft.com/office/drawing/2014/main" id="{5EA20123-C66E-3D05-E7D5-15DC8C4146C8}"/>
                </a:ext>
              </a:extLst>
            </p:cNvPr>
            <p:cNvSpPr txBox="1"/>
            <p:nvPr/>
          </p:nvSpPr>
          <p:spPr>
            <a:xfrm>
              <a:off x="1568196" y="597513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#EE7421</a:t>
              </a:r>
            </a:p>
          </p:txBody>
        </p:sp>
        <p:sp>
          <p:nvSpPr>
            <p:cNvPr id="57" name="Rettangolo 56">
              <a:extLst>
                <a:ext uri="{FF2B5EF4-FFF2-40B4-BE49-F238E27FC236}">
                  <a16:creationId xmlns:a16="http://schemas.microsoft.com/office/drawing/2014/main" id="{46B61CE1-B8D8-BBB9-2C1A-5630F1A9C03A}"/>
                </a:ext>
              </a:extLst>
            </p:cNvPr>
            <p:cNvSpPr/>
            <p:nvPr/>
          </p:nvSpPr>
          <p:spPr>
            <a:xfrm>
              <a:off x="2467537" y="429208"/>
              <a:ext cx="2467537" cy="244873"/>
            </a:xfrm>
            <a:prstGeom prst="rect">
              <a:avLst/>
            </a:prstGeom>
            <a:solidFill>
              <a:srgbClr val="013A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8" name="Rettangolo 57">
              <a:extLst>
                <a:ext uri="{FF2B5EF4-FFF2-40B4-BE49-F238E27FC236}">
                  <a16:creationId xmlns:a16="http://schemas.microsoft.com/office/drawing/2014/main" id="{7BEAECF9-5011-5C3D-A188-6F03610D8EE8}"/>
                </a:ext>
              </a:extLst>
            </p:cNvPr>
            <p:cNvSpPr/>
            <p:nvPr/>
          </p:nvSpPr>
          <p:spPr>
            <a:xfrm>
              <a:off x="2467537" y="674081"/>
              <a:ext cx="2467537" cy="244873"/>
            </a:xfrm>
            <a:prstGeom prst="rect">
              <a:avLst/>
            </a:prstGeom>
            <a:solidFill>
              <a:srgbClr val="0259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9" name="CasellaDiTesto 58">
              <a:extLst>
                <a:ext uri="{FF2B5EF4-FFF2-40B4-BE49-F238E27FC236}">
                  <a16:creationId xmlns:a16="http://schemas.microsoft.com/office/drawing/2014/main" id="{94F2FD11-5C79-6C1C-80F5-56B59FBEF49F}"/>
                </a:ext>
              </a:extLst>
            </p:cNvPr>
            <p:cNvSpPr txBox="1"/>
            <p:nvPr/>
          </p:nvSpPr>
          <p:spPr>
            <a:xfrm>
              <a:off x="4035741" y="371434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#013A4F</a:t>
              </a:r>
            </a:p>
          </p:txBody>
        </p:sp>
        <p:sp>
          <p:nvSpPr>
            <p:cNvPr id="60" name="CasellaDiTesto 59">
              <a:extLst>
                <a:ext uri="{FF2B5EF4-FFF2-40B4-BE49-F238E27FC236}">
                  <a16:creationId xmlns:a16="http://schemas.microsoft.com/office/drawing/2014/main" id="{2B7A6767-EB0C-3E71-F664-A7EE0A3C7E99}"/>
                </a:ext>
              </a:extLst>
            </p:cNvPr>
            <p:cNvSpPr txBox="1"/>
            <p:nvPr/>
          </p:nvSpPr>
          <p:spPr>
            <a:xfrm>
              <a:off x="4035739" y="597517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#025978</a:t>
              </a:r>
            </a:p>
          </p:txBody>
        </p:sp>
        <p:sp>
          <p:nvSpPr>
            <p:cNvPr id="61" name="Rettangolo 60">
              <a:extLst>
                <a:ext uri="{FF2B5EF4-FFF2-40B4-BE49-F238E27FC236}">
                  <a16:creationId xmlns:a16="http://schemas.microsoft.com/office/drawing/2014/main" id="{622AA2E1-5834-8EB3-4EC2-7BBFF1B3E905}"/>
                </a:ext>
              </a:extLst>
            </p:cNvPr>
            <p:cNvSpPr/>
            <p:nvPr/>
          </p:nvSpPr>
          <p:spPr>
            <a:xfrm>
              <a:off x="4935074" y="429208"/>
              <a:ext cx="2467537" cy="244873"/>
            </a:xfrm>
            <a:prstGeom prst="rect">
              <a:avLst/>
            </a:prstGeom>
            <a:solidFill>
              <a:srgbClr val="029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2" name="Rettangolo 61">
              <a:extLst>
                <a:ext uri="{FF2B5EF4-FFF2-40B4-BE49-F238E27FC236}">
                  <a16:creationId xmlns:a16="http://schemas.microsoft.com/office/drawing/2014/main" id="{B8C0131F-B5A6-8584-6D44-9A87A665F6CD}"/>
                </a:ext>
              </a:extLst>
            </p:cNvPr>
            <p:cNvSpPr/>
            <p:nvPr/>
          </p:nvSpPr>
          <p:spPr>
            <a:xfrm>
              <a:off x="4935074" y="674081"/>
              <a:ext cx="2467537" cy="244873"/>
            </a:xfrm>
            <a:prstGeom prst="rect">
              <a:avLst/>
            </a:prstGeom>
            <a:solidFill>
              <a:srgbClr val="DEEB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3" name="CasellaDiTesto 62">
              <a:extLst>
                <a:ext uri="{FF2B5EF4-FFF2-40B4-BE49-F238E27FC236}">
                  <a16:creationId xmlns:a16="http://schemas.microsoft.com/office/drawing/2014/main" id="{11774055-1F0D-8626-C0A2-A7BC2D240F2D}"/>
                </a:ext>
              </a:extLst>
            </p:cNvPr>
            <p:cNvSpPr txBox="1"/>
            <p:nvPr/>
          </p:nvSpPr>
          <p:spPr>
            <a:xfrm>
              <a:off x="6451208" y="371435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#0296CD</a:t>
              </a:r>
            </a:p>
          </p:txBody>
        </p:sp>
        <p:sp>
          <p:nvSpPr>
            <p:cNvPr id="64" name="CasellaDiTesto 63">
              <a:extLst>
                <a:ext uri="{FF2B5EF4-FFF2-40B4-BE49-F238E27FC236}">
                  <a16:creationId xmlns:a16="http://schemas.microsoft.com/office/drawing/2014/main" id="{E7FF840B-5B0A-B1E7-202A-7CC369E44D21}"/>
                </a:ext>
              </a:extLst>
            </p:cNvPr>
            <p:cNvSpPr txBox="1"/>
            <p:nvPr/>
          </p:nvSpPr>
          <p:spPr>
            <a:xfrm>
              <a:off x="6496993" y="597517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rgbClr val="013A4F"/>
                  </a:solidFill>
                </a:rPr>
                <a:t>#013A4F</a:t>
              </a:r>
            </a:p>
          </p:txBody>
        </p:sp>
        <p:sp>
          <p:nvSpPr>
            <p:cNvPr id="65" name="Rettangolo 64">
              <a:extLst>
                <a:ext uri="{FF2B5EF4-FFF2-40B4-BE49-F238E27FC236}">
                  <a16:creationId xmlns:a16="http://schemas.microsoft.com/office/drawing/2014/main" id="{57C19784-942E-6D77-BE77-5FCC790603E4}"/>
                </a:ext>
              </a:extLst>
            </p:cNvPr>
            <p:cNvSpPr/>
            <p:nvPr/>
          </p:nvSpPr>
          <p:spPr>
            <a:xfrm>
              <a:off x="7397536" y="429208"/>
              <a:ext cx="2467537" cy="24487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6" name="Rettangolo 65">
              <a:extLst>
                <a:ext uri="{FF2B5EF4-FFF2-40B4-BE49-F238E27FC236}">
                  <a16:creationId xmlns:a16="http://schemas.microsoft.com/office/drawing/2014/main" id="{D614E075-416B-8257-6D1A-906B1D2C93FC}"/>
                </a:ext>
              </a:extLst>
            </p:cNvPr>
            <p:cNvSpPr/>
            <p:nvPr/>
          </p:nvSpPr>
          <p:spPr>
            <a:xfrm>
              <a:off x="7397536" y="674081"/>
              <a:ext cx="2467537" cy="244873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7" name="CasellaDiTesto 66">
              <a:extLst>
                <a:ext uri="{FF2B5EF4-FFF2-40B4-BE49-F238E27FC236}">
                  <a16:creationId xmlns:a16="http://schemas.microsoft.com/office/drawing/2014/main" id="{FE40A3BD-1BA5-847B-B225-52D950B4152B}"/>
                </a:ext>
              </a:extLst>
            </p:cNvPr>
            <p:cNvSpPr txBox="1"/>
            <p:nvPr/>
          </p:nvSpPr>
          <p:spPr>
            <a:xfrm>
              <a:off x="8948678" y="357048"/>
              <a:ext cx="1582713" cy="609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#000000</a:t>
              </a:r>
            </a:p>
            <a:p>
              <a:endParaRPr lang="it-IT" sz="800" dirty="0">
                <a:solidFill>
                  <a:schemeClr val="bg1"/>
                </a:solidFill>
              </a:endParaRPr>
            </a:p>
          </p:txBody>
        </p:sp>
        <p:sp>
          <p:nvSpPr>
            <p:cNvPr id="68" name="CasellaDiTesto 67">
              <a:extLst>
                <a:ext uri="{FF2B5EF4-FFF2-40B4-BE49-F238E27FC236}">
                  <a16:creationId xmlns:a16="http://schemas.microsoft.com/office/drawing/2014/main" id="{CFE114E0-A3F8-7CF8-D876-7C6CB01DA7BD}"/>
                </a:ext>
              </a:extLst>
            </p:cNvPr>
            <p:cNvSpPr txBox="1"/>
            <p:nvPr/>
          </p:nvSpPr>
          <p:spPr>
            <a:xfrm>
              <a:off x="8942637" y="597517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#262626</a:t>
              </a:r>
            </a:p>
          </p:txBody>
        </p:sp>
        <p:sp>
          <p:nvSpPr>
            <p:cNvPr id="69" name="Rettangolo 68">
              <a:extLst>
                <a:ext uri="{FF2B5EF4-FFF2-40B4-BE49-F238E27FC236}">
                  <a16:creationId xmlns:a16="http://schemas.microsoft.com/office/drawing/2014/main" id="{F23D1804-5AAA-BE83-7243-FC84D6E08E49}"/>
                </a:ext>
              </a:extLst>
            </p:cNvPr>
            <p:cNvSpPr/>
            <p:nvPr/>
          </p:nvSpPr>
          <p:spPr>
            <a:xfrm>
              <a:off x="9865073" y="429208"/>
              <a:ext cx="2467537" cy="244873"/>
            </a:xfrm>
            <a:prstGeom prst="rect">
              <a:avLst/>
            </a:prstGeom>
            <a:solidFill>
              <a:srgbClr val="EE1C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0" name="Rettangolo 69">
              <a:extLst>
                <a:ext uri="{FF2B5EF4-FFF2-40B4-BE49-F238E27FC236}">
                  <a16:creationId xmlns:a16="http://schemas.microsoft.com/office/drawing/2014/main" id="{48DB8FE2-3E6A-95A4-E05A-5271E3EB49A3}"/>
                </a:ext>
              </a:extLst>
            </p:cNvPr>
            <p:cNvSpPr/>
            <p:nvPr/>
          </p:nvSpPr>
          <p:spPr>
            <a:xfrm>
              <a:off x="9865073" y="674081"/>
              <a:ext cx="2467537" cy="244873"/>
            </a:xfrm>
            <a:prstGeom prst="rect">
              <a:avLst/>
            </a:prstGeom>
            <a:solidFill>
              <a:srgbClr val="C2032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1" name="CasellaDiTesto 70">
              <a:extLst>
                <a:ext uri="{FF2B5EF4-FFF2-40B4-BE49-F238E27FC236}">
                  <a16:creationId xmlns:a16="http://schemas.microsoft.com/office/drawing/2014/main" id="{9F793C83-8844-41DA-FC7A-5ACBC04A5510}"/>
                </a:ext>
              </a:extLst>
            </p:cNvPr>
            <p:cNvSpPr txBox="1"/>
            <p:nvPr/>
          </p:nvSpPr>
          <p:spPr>
            <a:xfrm>
              <a:off x="11417712" y="371435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#EE1C3E</a:t>
              </a:r>
            </a:p>
          </p:txBody>
        </p:sp>
        <p:sp>
          <p:nvSpPr>
            <p:cNvPr id="72" name="CasellaDiTesto 71">
              <a:extLst>
                <a:ext uri="{FF2B5EF4-FFF2-40B4-BE49-F238E27FC236}">
                  <a16:creationId xmlns:a16="http://schemas.microsoft.com/office/drawing/2014/main" id="{7013FDD5-7849-5009-20F1-6BC194B9FC10}"/>
                </a:ext>
              </a:extLst>
            </p:cNvPr>
            <p:cNvSpPr txBox="1"/>
            <p:nvPr/>
          </p:nvSpPr>
          <p:spPr>
            <a:xfrm>
              <a:off x="11417711" y="597517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#C20327</a:t>
              </a:r>
            </a:p>
          </p:txBody>
        </p:sp>
        <p:sp>
          <p:nvSpPr>
            <p:cNvPr id="73" name="CasellaDiTesto 72">
              <a:extLst>
                <a:ext uri="{FF2B5EF4-FFF2-40B4-BE49-F238E27FC236}">
                  <a16:creationId xmlns:a16="http://schemas.microsoft.com/office/drawing/2014/main" id="{13A8B2F2-E145-1F91-9DCD-BD008B1963EC}"/>
                </a:ext>
              </a:extLst>
            </p:cNvPr>
            <p:cNvSpPr txBox="1"/>
            <p:nvPr userDrawn="1"/>
          </p:nvSpPr>
          <p:spPr>
            <a:xfrm>
              <a:off x="8081773" y="357048"/>
              <a:ext cx="1582713" cy="609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rgbClr val="E95909"/>
                  </a:solidFill>
                </a:rPr>
                <a:t>#000000</a:t>
              </a:r>
            </a:p>
            <a:p>
              <a:endParaRPr lang="it-IT" sz="8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75" name="Immagine 74">
            <a:extLst>
              <a:ext uri="{FF2B5EF4-FFF2-40B4-BE49-F238E27FC236}">
                <a16:creationId xmlns:a16="http://schemas.microsoft.com/office/drawing/2014/main" id="{45E1BE50-8434-29D5-184F-A1EAA72F287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7639" y="385746"/>
            <a:ext cx="913701" cy="838057"/>
          </a:xfrm>
          <a:prstGeom prst="rect">
            <a:avLst/>
          </a:prstGeom>
        </p:spPr>
      </p:pic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7BCC4D88-8C98-9628-4F00-5EDA9FDE3D3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5937" y="6242478"/>
            <a:ext cx="902753" cy="438022"/>
          </a:xfrm>
          <a:prstGeom prst="rect">
            <a:avLst/>
          </a:prstGeom>
        </p:spPr>
      </p:pic>
      <p:pic>
        <p:nvPicPr>
          <p:cNvPr id="2" name="Elemento grafico 1">
            <a:extLst>
              <a:ext uri="{FF2B5EF4-FFF2-40B4-BE49-F238E27FC236}">
                <a16:creationId xmlns:a16="http://schemas.microsoft.com/office/drawing/2014/main" id="{B9981620-40B5-5B33-62D7-30C58DBCDF4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89627" y="6247827"/>
            <a:ext cx="1502140" cy="32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57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A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it-IT" sz="16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Immagin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5134" y="381652"/>
            <a:ext cx="916205" cy="840354"/>
          </a:xfrm>
          <a:prstGeom prst="rect">
            <a:avLst/>
          </a:prstGeom>
        </p:spPr>
      </p:pic>
      <p:sp>
        <p:nvSpPr>
          <p:cNvPr id="12" name="Segnaposto numero diapositiva 2"/>
          <p:cNvSpPr txBox="1">
            <a:spLocks/>
          </p:cNvSpPr>
          <p:nvPr userDrawn="1"/>
        </p:nvSpPr>
        <p:spPr>
          <a:xfrm>
            <a:off x="11070215" y="311321"/>
            <a:ext cx="899592" cy="93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lang="it-IT" sz="3000" u="none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5B7EC30-A1BB-4750-909C-7C1098C1FE0D}" type="slidenum">
              <a:rPr lang="it-IT" sz="2400" kern="1200" smtClean="0">
                <a:solidFill>
                  <a:schemeClr val="bg1"/>
                </a:solidFill>
                <a:latin typeface="Segoe Light" panose="020B0302040504020203" pitchFamily="34" charset="0"/>
                <a:ea typeface="+mn-ea"/>
                <a:cs typeface="+mn-cs"/>
              </a:rPr>
              <a:pPr/>
              <a:t>‹#›</a:t>
            </a:fld>
            <a:endParaRPr lang="it-IT" sz="2400" kern="1200">
              <a:solidFill>
                <a:schemeClr val="bg1"/>
              </a:solidFill>
              <a:latin typeface="Segoe Light" panose="020B0302040504020203" pitchFamily="34" charset="0"/>
              <a:ea typeface="+mn-ea"/>
              <a:cs typeface="+mn-cs"/>
            </a:endParaRPr>
          </a:p>
        </p:txBody>
      </p:sp>
      <p:pic>
        <p:nvPicPr>
          <p:cNvPr id="77" name="Elemento grafico 76">
            <a:extLst>
              <a:ext uri="{FF2B5EF4-FFF2-40B4-BE49-F238E27FC236}">
                <a16:creationId xmlns:a16="http://schemas.microsoft.com/office/drawing/2014/main" id="{8F2D3019-921D-D2A0-3B65-1A6BD16670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0314" y="6239978"/>
            <a:ext cx="901214" cy="437000"/>
          </a:xfrm>
          <a:prstGeom prst="rect">
            <a:avLst/>
          </a:prstGeom>
        </p:spPr>
      </p:pic>
      <p:grpSp>
        <p:nvGrpSpPr>
          <p:cNvPr id="29" name="Gruppo 28">
            <a:extLst>
              <a:ext uri="{FF2B5EF4-FFF2-40B4-BE49-F238E27FC236}">
                <a16:creationId xmlns:a16="http://schemas.microsoft.com/office/drawing/2014/main" id="{8DF11A72-74A4-E966-ADC2-4635EE27920A}"/>
              </a:ext>
            </a:extLst>
          </p:cNvPr>
          <p:cNvGrpSpPr/>
          <p:nvPr userDrawn="1"/>
        </p:nvGrpSpPr>
        <p:grpSpPr>
          <a:xfrm rot="5400000">
            <a:off x="9112844" y="3437362"/>
            <a:ext cx="7223763" cy="349063"/>
            <a:chOff x="0" y="357048"/>
            <a:chExt cx="13000425" cy="628196"/>
          </a:xfrm>
        </p:grpSpPr>
        <p:sp>
          <p:nvSpPr>
            <p:cNvPr id="30" name="Rettangolo 29">
              <a:extLst>
                <a:ext uri="{FF2B5EF4-FFF2-40B4-BE49-F238E27FC236}">
                  <a16:creationId xmlns:a16="http://schemas.microsoft.com/office/drawing/2014/main" id="{DC64FB52-25CA-DD43-CF82-0FA33E1CF7F4}"/>
                </a:ext>
              </a:extLst>
            </p:cNvPr>
            <p:cNvSpPr/>
            <p:nvPr/>
          </p:nvSpPr>
          <p:spPr>
            <a:xfrm>
              <a:off x="0" y="429208"/>
              <a:ext cx="2467537" cy="244873"/>
            </a:xfrm>
            <a:prstGeom prst="rect">
              <a:avLst/>
            </a:prstGeom>
            <a:solidFill>
              <a:srgbClr val="E95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1" name="Rettangolo 30">
              <a:extLst>
                <a:ext uri="{FF2B5EF4-FFF2-40B4-BE49-F238E27FC236}">
                  <a16:creationId xmlns:a16="http://schemas.microsoft.com/office/drawing/2014/main" id="{15840447-85DE-7CC2-95FB-0548B3C42CED}"/>
                </a:ext>
              </a:extLst>
            </p:cNvPr>
            <p:cNvSpPr/>
            <p:nvPr/>
          </p:nvSpPr>
          <p:spPr>
            <a:xfrm>
              <a:off x="0" y="674081"/>
              <a:ext cx="2467537" cy="244873"/>
            </a:xfrm>
            <a:prstGeom prst="rect">
              <a:avLst/>
            </a:prstGeom>
            <a:solidFill>
              <a:srgbClr val="EE74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2" name="CasellaDiTesto 31">
              <a:extLst>
                <a:ext uri="{FF2B5EF4-FFF2-40B4-BE49-F238E27FC236}">
                  <a16:creationId xmlns:a16="http://schemas.microsoft.com/office/drawing/2014/main" id="{96539CC6-72DB-5BCF-42F9-556B2576720A}"/>
                </a:ext>
              </a:extLst>
            </p:cNvPr>
            <p:cNvSpPr txBox="1"/>
            <p:nvPr/>
          </p:nvSpPr>
          <p:spPr>
            <a:xfrm>
              <a:off x="1568203" y="371434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#E95909</a:t>
              </a:r>
            </a:p>
          </p:txBody>
        </p:sp>
        <p:sp>
          <p:nvSpPr>
            <p:cNvPr id="33" name="CasellaDiTesto 32">
              <a:extLst>
                <a:ext uri="{FF2B5EF4-FFF2-40B4-BE49-F238E27FC236}">
                  <a16:creationId xmlns:a16="http://schemas.microsoft.com/office/drawing/2014/main" id="{DF64C7C9-7989-F385-9E64-5517115C0180}"/>
                </a:ext>
              </a:extLst>
            </p:cNvPr>
            <p:cNvSpPr txBox="1"/>
            <p:nvPr/>
          </p:nvSpPr>
          <p:spPr>
            <a:xfrm>
              <a:off x="1568196" y="597513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#EE7421</a:t>
              </a:r>
            </a:p>
          </p:txBody>
        </p:sp>
        <p:sp>
          <p:nvSpPr>
            <p:cNvPr id="34" name="Rettangolo 33">
              <a:extLst>
                <a:ext uri="{FF2B5EF4-FFF2-40B4-BE49-F238E27FC236}">
                  <a16:creationId xmlns:a16="http://schemas.microsoft.com/office/drawing/2014/main" id="{8A8BEDF1-1E70-AF01-7265-B46CE652E071}"/>
                </a:ext>
              </a:extLst>
            </p:cNvPr>
            <p:cNvSpPr/>
            <p:nvPr/>
          </p:nvSpPr>
          <p:spPr>
            <a:xfrm>
              <a:off x="2467537" y="429208"/>
              <a:ext cx="2467537" cy="244873"/>
            </a:xfrm>
            <a:prstGeom prst="rect">
              <a:avLst/>
            </a:prstGeom>
            <a:solidFill>
              <a:srgbClr val="013A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5" name="Rettangolo 34">
              <a:extLst>
                <a:ext uri="{FF2B5EF4-FFF2-40B4-BE49-F238E27FC236}">
                  <a16:creationId xmlns:a16="http://schemas.microsoft.com/office/drawing/2014/main" id="{2A9AFAC3-D27D-9133-BCBB-D493D4E1A815}"/>
                </a:ext>
              </a:extLst>
            </p:cNvPr>
            <p:cNvSpPr/>
            <p:nvPr/>
          </p:nvSpPr>
          <p:spPr>
            <a:xfrm>
              <a:off x="2467537" y="674081"/>
              <a:ext cx="2467537" cy="244873"/>
            </a:xfrm>
            <a:prstGeom prst="rect">
              <a:avLst/>
            </a:prstGeom>
            <a:solidFill>
              <a:srgbClr val="0259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6" name="CasellaDiTesto 35">
              <a:extLst>
                <a:ext uri="{FF2B5EF4-FFF2-40B4-BE49-F238E27FC236}">
                  <a16:creationId xmlns:a16="http://schemas.microsoft.com/office/drawing/2014/main" id="{39728651-71D0-65F6-0867-96F7F9EFA75E}"/>
                </a:ext>
              </a:extLst>
            </p:cNvPr>
            <p:cNvSpPr txBox="1"/>
            <p:nvPr/>
          </p:nvSpPr>
          <p:spPr>
            <a:xfrm>
              <a:off x="4035741" y="371434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#013A4F</a:t>
              </a:r>
            </a:p>
          </p:txBody>
        </p:sp>
        <p:sp>
          <p:nvSpPr>
            <p:cNvPr id="37" name="CasellaDiTesto 36">
              <a:extLst>
                <a:ext uri="{FF2B5EF4-FFF2-40B4-BE49-F238E27FC236}">
                  <a16:creationId xmlns:a16="http://schemas.microsoft.com/office/drawing/2014/main" id="{440BAF81-5A30-7A00-6A8B-721D7420EC97}"/>
                </a:ext>
              </a:extLst>
            </p:cNvPr>
            <p:cNvSpPr txBox="1"/>
            <p:nvPr/>
          </p:nvSpPr>
          <p:spPr>
            <a:xfrm>
              <a:off x="4035739" y="597517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#025978</a:t>
              </a:r>
            </a:p>
          </p:txBody>
        </p:sp>
        <p:sp>
          <p:nvSpPr>
            <p:cNvPr id="38" name="Rettangolo 37">
              <a:extLst>
                <a:ext uri="{FF2B5EF4-FFF2-40B4-BE49-F238E27FC236}">
                  <a16:creationId xmlns:a16="http://schemas.microsoft.com/office/drawing/2014/main" id="{B4EA6920-1C7A-A155-BDD2-08B007D82EAC}"/>
                </a:ext>
              </a:extLst>
            </p:cNvPr>
            <p:cNvSpPr/>
            <p:nvPr/>
          </p:nvSpPr>
          <p:spPr>
            <a:xfrm>
              <a:off x="4935074" y="429208"/>
              <a:ext cx="2467537" cy="244873"/>
            </a:xfrm>
            <a:prstGeom prst="rect">
              <a:avLst/>
            </a:prstGeom>
            <a:solidFill>
              <a:srgbClr val="029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9" name="Rettangolo 38">
              <a:extLst>
                <a:ext uri="{FF2B5EF4-FFF2-40B4-BE49-F238E27FC236}">
                  <a16:creationId xmlns:a16="http://schemas.microsoft.com/office/drawing/2014/main" id="{ED659A16-4A3A-184F-3981-684D8936EDA0}"/>
                </a:ext>
              </a:extLst>
            </p:cNvPr>
            <p:cNvSpPr/>
            <p:nvPr/>
          </p:nvSpPr>
          <p:spPr>
            <a:xfrm>
              <a:off x="4935074" y="674081"/>
              <a:ext cx="2467537" cy="244873"/>
            </a:xfrm>
            <a:prstGeom prst="rect">
              <a:avLst/>
            </a:prstGeom>
            <a:solidFill>
              <a:srgbClr val="DEEB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0" name="CasellaDiTesto 39">
              <a:extLst>
                <a:ext uri="{FF2B5EF4-FFF2-40B4-BE49-F238E27FC236}">
                  <a16:creationId xmlns:a16="http://schemas.microsoft.com/office/drawing/2014/main" id="{F98AF6E1-2943-F0BD-CD77-A292268AB4C4}"/>
                </a:ext>
              </a:extLst>
            </p:cNvPr>
            <p:cNvSpPr txBox="1"/>
            <p:nvPr/>
          </p:nvSpPr>
          <p:spPr>
            <a:xfrm>
              <a:off x="6451208" y="371435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#0296CD</a:t>
              </a:r>
            </a:p>
          </p:txBody>
        </p:sp>
        <p:sp>
          <p:nvSpPr>
            <p:cNvPr id="41" name="CasellaDiTesto 40">
              <a:extLst>
                <a:ext uri="{FF2B5EF4-FFF2-40B4-BE49-F238E27FC236}">
                  <a16:creationId xmlns:a16="http://schemas.microsoft.com/office/drawing/2014/main" id="{EA11BC84-0940-C083-FD6D-8EADB5EB818D}"/>
                </a:ext>
              </a:extLst>
            </p:cNvPr>
            <p:cNvSpPr txBox="1"/>
            <p:nvPr/>
          </p:nvSpPr>
          <p:spPr>
            <a:xfrm>
              <a:off x="6496993" y="597517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rgbClr val="013A4F"/>
                  </a:solidFill>
                </a:rPr>
                <a:t>#013A4F</a:t>
              </a:r>
            </a:p>
          </p:txBody>
        </p:sp>
        <p:sp>
          <p:nvSpPr>
            <p:cNvPr id="42" name="Rettangolo 41">
              <a:extLst>
                <a:ext uri="{FF2B5EF4-FFF2-40B4-BE49-F238E27FC236}">
                  <a16:creationId xmlns:a16="http://schemas.microsoft.com/office/drawing/2014/main" id="{76046DCD-2C1D-33F7-346A-9905E1B3D5C0}"/>
                </a:ext>
              </a:extLst>
            </p:cNvPr>
            <p:cNvSpPr/>
            <p:nvPr/>
          </p:nvSpPr>
          <p:spPr>
            <a:xfrm>
              <a:off x="7397536" y="429208"/>
              <a:ext cx="2467537" cy="24487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3" name="Rettangolo 42">
              <a:extLst>
                <a:ext uri="{FF2B5EF4-FFF2-40B4-BE49-F238E27FC236}">
                  <a16:creationId xmlns:a16="http://schemas.microsoft.com/office/drawing/2014/main" id="{D38995B0-7202-3125-5182-F411946B8E00}"/>
                </a:ext>
              </a:extLst>
            </p:cNvPr>
            <p:cNvSpPr/>
            <p:nvPr/>
          </p:nvSpPr>
          <p:spPr>
            <a:xfrm>
              <a:off x="7397536" y="674081"/>
              <a:ext cx="2467537" cy="244873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4" name="CasellaDiTesto 43">
              <a:extLst>
                <a:ext uri="{FF2B5EF4-FFF2-40B4-BE49-F238E27FC236}">
                  <a16:creationId xmlns:a16="http://schemas.microsoft.com/office/drawing/2014/main" id="{13930308-2CA2-02E8-7077-BBF3CC9C92C5}"/>
                </a:ext>
              </a:extLst>
            </p:cNvPr>
            <p:cNvSpPr txBox="1"/>
            <p:nvPr/>
          </p:nvSpPr>
          <p:spPr>
            <a:xfrm>
              <a:off x="8948678" y="357048"/>
              <a:ext cx="1582713" cy="609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#000000</a:t>
              </a:r>
            </a:p>
            <a:p>
              <a:endParaRPr lang="it-IT" sz="800" dirty="0">
                <a:solidFill>
                  <a:schemeClr val="bg1"/>
                </a:solidFill>
              </a:endParaRPr>
            </a:p>
          </p:txBody>
        </p:sp>
        <p:sp>
          <p:nvSpPr>
            <p:cNvPr id="45" name="CasellaDiTesto 44">
              <a:extLst>
                <a:ext uri="{FF2B5EF4-FFF2-40B4-BE49-F238E27FC236}">
                  <a16:creationId xmlns:a16="http://schemas.microsoft.com/office/drawing/2014/main" id="{449A620B-89EC-6EC7-9283-A836FC94ACC9}"/>
                </a:ext>
              </a:extLst>
            </p:cNvPr>
            <p:cNvSpPr txBox="1"/>
            <p:nvPr/>
          </p:nvSpPr>
          <p:spPr>
            <a:xfrm>
              <a:off x="8942637" y="597517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#262626</a:t>
              </a:r>
            </a:p>
          </p:txBody>
        </p:sp>
        <p:sp>
          <p:nvSpPr>
            <p:cNvPr id="46" name="Rettangolo 45">
              <a:extLst>
                <a:ext uri="{FF2B5EF4-FFF2-40B4-BE49-F238E27FC236}">
                  <a16:creationId xmlns:a16="http://schemas.microsoft.com/office/drawing/2014/main" id="{C39E025E-8B73-65EB-BD2B-710378B664F6}"/>
                </a:ext>
              </a:extLst>
            </p:cNvPr>
            <p:cNvSpPr/>
            <p:nvPr/>
          </p:nvSpPr>
          <p:spPr>
            <a:xfrm>
              <a:off x="9865073" y="429208"/>
              <a:ext cx="2467537" cy="244873"/>
            </a:xfrm>
            <a:prstGeom prst="rect">
              <a:avLst/>
            </a:prstGeom>
            <a:solidFill>
              <a:srgbClr val="EE1C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7" name="Rettangolo 46">
              <a:extLst>
                <a:ext uri="{FF2B5EF4-FFF2-40B4-BE49-F238E27FC236}">
                  <a16:creationId xmlns:a16="http://schemas.microsoft.com/office/drawing/2014/main" id="{50EED6BE-39B3-DA04-7337-E0AAD10278C4}"/>
                </a:ext>
              </a:extLst>
            </p:cNvPr>
            <p:cNvSpPr/>
            <p:nvPr/>
          </p:nvSpPr>
          <p:spPr>
            <a:xfrm>
              <a:off x="9865073" y="674081"/>
              <a:ext cx="2467537" cy="244873"/>
            </a:xfrm>
            <a:prstGeom prst="rect">
              <a:avLst/>
            </a:prstGeom>
            <a:solidFill>
              <a:srgbClr val="C2032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8" name="CasellaDiTesto 47">
              <a:extLst>
                <a:ext uri="{FF2B5EF4-FFF2-40B4-BE49-F238E27FC236}">
                  <a16:creationId xmlns:a16="http://schemas.microsoft.com/office/drawing/2014/main" id="{6AD363BA-541D-2499-872A-D87DF73CE73A}"/>
                </a:ext>
              </a:extLst>
            </p:cNvPr>
            <p:cNvSpPr txBox="1"/>
            <p:nvPr/>
          </p:nvSpPr>
          <p:spPr>
            <a:xfrm>
              <a:off x="11417712" y="371435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#EE1C3E</a:t>
              </a:r>
            </a:p>
          </p:txBody>
        </p:sp>
        <p:sp>
          <p:nvSpPr>
            <p:cNvPr id="49" name="CasellaDiTesto 48">
              <a:extLst>
                <a:ext uri="{FF2B5EF4-FFF2-40B4-BE49-F238E27FC236}">
                  <a16:creationId xmlns:a16="http://schemas.microsoft.com/office/drawing/2014/main" id="{0650DA0E-79DA-694D-791F-5389DFB5A068}"/>
                </a:ext>
              </a:extLst>
            </p:cNvPr>
            <p:cNvSpPr txBox="1"/>
            <p:nvPr/>
          </p:nvSpPr>
          <p:spPr>
            <a:xfrm>
              <a:off x="11417711" y="597517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#C20327</a:t>
              </a:r>
            </a:p>
          </p:txBody>
        </p:sp>
        <p:sp>
          <p:nvSpPr>
            <p:cNvPr id="50" name="CasellaDiTesto 49">
              <a:extLst>
                <a:ext uri="{FF2B5EF4-FFF2-40B4-BE49-F238E27FC236}">
                  <a16:creationId xmlns:a16="http://schemas.microsoft.com/office/drawing/2014/main" id="{74181BCE-86EC-D238-2B81-900796AA866E}"/>
                </a:ext>
              </a:extLst>
            </p:cNvPr>
            <p:cNvSpPr txBox="1"/>
            <p:nvPr userDrawn="1"/>
          </p:nvSpPr>
          <p:spPr>
            <a:xfrm>
              <a:off x="8081773" y="357048"/>
              <a:ext cx="1582713" cy="609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rgbClr val="E95909"/>
                  </a:solidFill>
                </a:rPr>
                <a:t>#000000</a:t>
              </a:r>
            </a:p>
            <a:p>
              <a:endParaRPr lang="it-IT" sz="8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D8D890C7-B100-8E97-5807-4E8B7B5E950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89627" y="6237736"/>
            <a:ext cx="1502135" cy="32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910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E1C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1C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000" u="sng"/>
          </a:p>
        </p:txBody>
      </p:sp>
      <p:pic>
        <p:nvPicPr>
          <p:cNvPr id="9" name="Immagin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5134" y="381652"/>
            <a:ext cx="916205" cy="840354"/>
          </a:xfrm>
          <a:prstGeom prst="rect">
            <a:avLst/>
          </a:prstGeom>
        </p:spPr>
      </p:pic>
      <p:sp>
        <p:nvSpPr>
          <p:cNvPr id="12" name="Segnaposto numero diapositiva 2"/>
          <p:cNvSpPr txBox="1">
            <a:spLocks/>
          </p:cNvSpPr>
          <p:nvPr userDrawn="1"/>
        </p:nvSpPr>
        <p:spPr>
          <a:xfrm>
            <a:off x="11070215" y="311321"/>
            <a:ext cx="899592" cy="93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lang="it-IT" sz="3000" u="none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5B7EC30-A1BB-4750-909C-7C1098C1FE0D}" type="slidenum">
              <a:rPr lang="it-IT" sz="2400" kern="1200" smtClean="0">
                <a:solidFill>
                  <a:schemeClr val="bg1"/>
                </a:solidFill>
                <a:latin typeface="Segoe Light" panose="020B0302040504020203" pitchFamily="34" charset="0"/>
                <a:ea typeface="+mn-ea"/>
                <a:cs typeface="+mn-cs"/>
              </a:rPr>
              <a:pPr/>
              <a:t>‹#›</a:t>
            </a:fld>
            <a:endParaRPr lang="it-IT" sz="2400" kern="1200">
              <a:solidFill>
                <a:schemeClr val="bg1"/>
              </a:solidFill>
              <a:latin typeface="Segoe Light" panose="020B0302040504020203" pitchFamily="34" charset="0"/>
              <a:ea typeface="+mn-ea"/>
              <a:cs typeface="+mn-cs"/>
            </a:endParaRPr>
          </a:p>
        </p:txBody>
      </p:sp>
      <p:pic>
        <p:nvPicPr>
          <p:cNvPr id="55" name="Elemento grafico 54">
            <a:extLst>
              <a:ext uri="{FF2B5EF4-FFF2-40B4-BE49-F238E27FC236}">
                <a16:creationId xmlns:a16="http://schemas.microsoft.com/office/drawing/2014/main" id="{FF5C3A18-AF5E-875C-E808-0FCD8038DA3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0314" y="6239978"/>
            <a:ext cx="901214" cy="437000"/>
          </a:xfrm>
          <a:prstGeom prst="rect">
            <a:avLst/>
          </a:prstGeom>
        </p:spPr>
      </p:pic>
      <p:grpSp>
        <p:nvGrpSpPr>
          <p:cNvPr id="29" name="Gruppo 28">
            <a:extLst>
              <a:ext uri="{FF2B5EF4-FFF2-40B4-BE49-F238E27FC236}">
                <a16:creationId xmlns:a16="http://schemas.microsoft.com/office/drawing/2014/main" id="{50524E85-DDAD-D609-C40E-4EC7C2C54282}"/>
              </a:ext>
            </a:extLst>
          </p:cNvPr>
          <p:cNvGrpSpPr/>
          <p:nvPr userDrawn="1"/>
        </p:nvGrpSpPr>
        <p:grpSpPr>
          <a:xfrm rot="5400000">
            <a:off x="9112844" y="3437362"/>
            <a:ext cx="7223763" cy="349063"/>
            <a:chOff x="0" y="357048"/>
            <a:chExt cx="13000425" cy="628196"/>
          </a:xfrm>
        </p:grpSpPr>
        <p:sp>
          <p:nvSpPr>
            <p:cNvPr id="30" name="Rettangolo 29">
              <a:extLst>
                <a:ext uri="{FF2B5EF4-FFF2-40B4-BE49-F238E27FC236}">
                  <a16:creationId xmlns:a16="http://schemas.microsoft.com/office/drawing/2014/main" id="{E7C10342-D578-2814-6614-AEF11AE5F3DD}"/>
                </a:ext>
              </a:extLst>
            </p:cNvPr>
            <p:cNvSpPr/>
            <p:nvPr/>
          </p:nvSpPr>
          <p:spPr>
            <a:xfrm>
              <a:off x="0" y="429208"/>
              <a:ext cx="2467537" cy="244873"/>
            </a:xfrm>
            <a:prstGeom prst="rect">
              <a:avLst/>
            </a:prstGeom>
            <a:solidFill>
              <a:srgbClr val="E95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1" name="Rettangolo 30">
              <a:extLst>
                <a:ext uri="{FF2B5EF4-FFF2-40B4-BE49-F238E27FC236}">
                  <a16:creationId xmlns:a16="http://schemas.microsoft.com/office/drawing/2014/main" id="{05773D96-415A-52CB-D02E-EDE2F4BA4E0C}"/>
                </a:ext>
              </a:extLst>
            </p:cNvPr>
            <p:cNvSpPr/>
            <p:nvPr/>
          </p:nvSpPr>
          <p:spPr>
            <a:xfrm>
              <a:off x="0" y="674081"/>
              <a:ext cx="2467537" cy="244873"/>
            </a:xfrm>
            <a:prstGeom prst="rect">
              <a:avLst/>
            </a:prstGeom>
            <a:solidFill>
              <a:srgbClr val="EE74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2" name="CasellaDiTesto 31">
              <a:extLst>
                <a:ext uri="{FF2B5EF4-FFF2-40B4-BE49-F238E27FC236}">
                  <a16:creationId xmlns:a16="http://schemas.microsoft.com/office/drawing/2014/main" id="{EE0EB0D2-FEB8-9E18-CEFF-13C15116A2AB}"/>
                </a:ext>
              </a:extLst>
            </p:cNvPr>
            <p:cNvSpPr txBox="1"/>
            <p:nvPr/>
          </p:nvSpPr>
          <p:spPr>
            <a:xfrm>
              <a:off x="1568203" y="371434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#E95909</a:t>
              </a:r>
            </a:p>
          </p:txBody>
        </p:sp>
        <p:sp>
          <p:nvSpPr>
            <p:cNvPr id="56" name="CasellaDiTesto 55">
              <a:extLst>
                <a:ext uri="{FF2B5EF4-FFF2-40B4-BE49-F238E27FC236}">
                  <a16:creationId xmlns:a16="http://schemas.microsoft.com/office/drawing/2014/main" id="{D9ADA79B-976F-2F3B-9390-DECD80C911FE}"/>
                </a:ext>
              </a:extLst>
            </p:cNvPr>
            <p:cNvSpPr txBox="1"/>
            <p:nvPr/>
          </p:nvSpPr>
          <p:spPr>
            <a:xfrm>
              <a:off x="1568196" y="597513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#EE7421</a:t>
              </a:r>
            </a:p>
          </p:txBody>
        </p:sp>
        <p:sp>
          <p:nvSpPr>
            <p:cNvPr id="57" name="Rettangolo 56">
              <a:extLst>
                <a:ext uri="{FF2B5EF4-FFF2-40B4-BE49-F238E27FC236}">
                  <a16:creationId xmlns:a16="http://schemas.microsoft.com/office/drawing/2014/main" id="{3EDDDB0D-B506-72F8-F2A3-8B28A145EA74}"/>
                </a:ext>
              </a:extLst>
            </p:cNvPr>
            <p:cNvSpPr/>
            <p:nvPr/>
          </p:nvSpPr>
          <p:spPr>
            <a:xfrm>
              <a:off x="2467537" y="429208"/>
              <a:ext cx="2467537" cy="244873"/>
            </a:xfrm>
            <a:prstGeom prst="rect">
              <a:avLst/>
            </a:prstGeom>
            <a:solidFill>
              <a:srgbClr val="013A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8" name="Rettangolo 57">
              <a:extLst>
                <a:ext uri="{FF2B5EF4-FFF2-40B4-BE49-F238E27FC236}">
                  <a16:creationId xmlns:a16="http://schemas.microsoft.com/office/drawing/2014/main" id="{2AFBA7AE-123E-419C-C883-7CA5FC130581}"/>
                </a:ext>
              </a:extLst>
            </p:cNvPr>
            <p:cNvSpPr/>
            <p:nvPr/>
          </p:nvSpPr>
          <p:spPr>
            <a:xfrm>
              <a:off x="2467537" y="674081"/>
              <a:ext cx="2467537" cy="244873"/>
            </a:xfrm>
            <a:prstGeom prst="rect">
              <a:avLst/>
            </a:prstGeom>
            <a:solidFill>
              <a:srgbClr val="0259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9" name="CasellaDiTesto 58">
              <a:extLst>
                <a:ext uri="{FF2B5EF4-FFF2-40B4-BE49-F238E27FC236}">
                  <a16:creationId xmlns:a16="http://schemas.microsoft.com/office/drawing/2014/main" id="{9C918AFD-7679-1BAD-90C5-3A5949DC4B7B}"/>
                </a:ext>
              </a:extLst>
            </p:cNvPr>
            <p:cNvSpPr txBox="1"/>
            <p:nvPr/>
          </p:nvSpPr>
          <p:spPr>
            <a:xfrm>
              <a:off x="4035741" y="371434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#013A4F</a:t>
              </a:r>
            </a:p>
          </p:txBody>
        </p:sp>
        <p:sp>
          <p:nvSpPr>
            <p:cNvPr id="60" name="CasellaDiTesto 59">
              <a:extLst>
                <a:ext uri="{FF2B5EF4-FFF2-40B4-BE49-F238E27FC236}">
                  <a16:creationId xmlns:a16="http://schemas.microsoft.com/office/drawing/2014/main" id="{BC97B617-7307-D305-BD9A-815EF2CE0EED}"/>
                </a:ext>
              </a:extLst>
            </p:cNvPr>
            <p:cNvSpPr txBox="1"/>
            <p:nvPr/>
          </p:nvSpPr>
          <p:spPr>
            <a:xfrm>
              <a:off x="4035739" y="597517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#025978</a:t>
              </a:r>
            </a:p>
          </p:txBody>
        </p:sp>
        <p:sp>
          <p:nvSpPr>
            <p:cNvPr id="61" name="Rettangolo 60">
              <a:extLst>
                <a:ext uri="{FF2B5EF4-FFF2-40B4-BE49-F238E27FC236}">
                  <a16:creationId xmlns:a16="http://schemas.microsoft.com/office/drawing/2014/main" id="{2CE6262E-3A24-D300-0EAC-14C36AA136BD}"/>
                </a:ext>
              </a:extLst>
            </p:cNvPr>
            <p:cNvSpPr/>
            <p:nvPr/>
          </p:nvSpPr>
          <p:spPr>
            <a:xfrm>
              <a:off x="4935074" y="429208"/>
              <a:ext cx="2467537" cy="244873"/>
            </a:xfrm>
            <a:prstGeom prst="rect">
              <a:avLst/>
            </a:prstGeom>
            <a:solidFill>
              <a:srgbClr val="029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2" name="Rettangolo 61">
              <a:extLst>
                <a:ext uri="{FF2B5EF4-FFF2-40B4-BE49-F238E27FC236}">
                  <a16:creationId xmlns:a16="http://schemas.microsoft.com/office/drawing/2014/main" id="{5ACFABEF-461F-1963-A297-9E0277779E72}"/>
                </a:ext>
              </a:extLst>
            </p:cNvPr>
            <p:cNvSpPr/>
            <p:nvPr/>
          </p:nvSpPr>
          <p:spPr>
            <a:xfrm>
              <a:off x="4935074" y="674081"/>
              <a:ext cx="2467537" cy="244873"/>
            </a:xfrm>
            <a:prstGeom prst="rect">
              <a:avLst/>
            </a:prstGeom>
            <a:solidFill>
              <a:srgbClr val="DEEB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3" name="CasellaDiTesto 62">
              <a:extLst>
                <a:ext uri="{FF2B5EF4-FFF2-40B4-BE49-F238E27FC236}">
                  <a16:creationId xmlns:a16="http://schemas.microsoft.com/office/drawing/2014/main" id="{84CD7664-0E32-3990-ACDA-BD8C9E815B6D}"/>
                </a:ext>
              </a:extLst>
            </p:cNvPr>
            <p:cNvSpPr txBox="1"/>
            <p:nvPr/>
          </p:nvSpPr>
          <p:spPr>
            <a:xfrm>
              <a:off x="6451208" y="371435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#0296CD</a:t>
              </a:r>
            </a:p>
          </p:txBody>
        </p:sp>
        <p:sp>
          <p:nvSpPr>
            <p:cNvPr id="64" name="CasellaDiTesto 63">
              <a:extLst>
                <a:ext uri="{FF2B5EF4-FFF2-40B4-BE49-F238E27FC236}">
                  <a16:creationId xmlns:a16="http://schemas.microsoft.com/office/drawing/2014/main" id="{634AAD0F-EA41-D71F-E087-1214A222D7E2}"/>
                </a:ext>
              </a:extLst>
            </p:cNvPr>
            <p:cNvSpPr txBox="1"/>
            <p:nvPr/>
          </p:nvSpPr>
          <p:spPr>
            <a:xfrm>
              <a:off x="6496993" y="597517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rgbClr val="013A4F"/>
                  </a:solidFill>
                </a:rPr>
                <a:t>#013A4F</a:t>
              </a:r>
            </a:p>
          </p:txBody>
        </p:sp>
        <p:sp>
          <p:nvSpPr>
            <p:cNvPr id="65" name="Rettangolo 64">
              <a:extLst>
                <a:ext uri="{FF2B5EF4-FFF2-40B4-BE49-F238E27FC236}">
                  <a16:creationId xmlns:a16="http://schemas.microsoft.com/office/drawing/2014/main" id="{EC7A8D35-66F9-2314-1910-7AAEEF72105B}"/>
                </a:ext>
              </a:extLst>
            </p:cNvPr>
            <p:cNvSpPr/>
            <p:nvPr/>
          </p:nvSpPr>
          <p:spPr>
            <a:xfrm>
              <a:off x="7397536" y="429208"/>
              <a:ext cx="2467537" cy="24487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6" name="Rettangolo 65">
              <a:extLst>
                <a:ext uri="{FF2B5EF4-FFF2-40B4-BE49-F238E27FC236}">
                  <a16:creationId xmlns:a16="http://schemas.microsoft.com/office/drawing/2014/main" id="{DAAA4ED6-DD75-A6E1-3329-06AB7E9346EB}"/>
                </a:ext>
              </a:extLst>
            </p:cNvPr>
            <p:cNvSpPr/>
            <p:nvPr/>
          </p:nvSpPr>
          <p:spPr>
            <a:xfrm>
              <a:off x="7397536" y="674081"/>
              <a:ext cx="2467537" cy="244873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7" name="CasellaDiTesto 66">
              <a:extLst>
                <a:ext uri="{FF2B5EF4-FFF2-40B4-BE49-F238E27FC236}">
                  <a16:creationId xmlns:a16="http://schemas.microsoft.com/office/drawing/2014/main" id="{838D70C8-EF89-5BB1-483B-6DD07C4D631F}"/>
                </a:ext>
              </a:extLst>
            </p:cNvPr>
            <p:cNvSpPr txBox="1"/>
            <p:nvPr/>
          </p:nvSpPr>
          <p:spPr>
            <a:xfrm>
              <a:off x="8948678" y="357048"/>
              <a:ext cx="1582713" cy="609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#000000</a:t>
              </a:r>
            </a:p>
            <a:p>
              <a:endParaRPr lang="it-IT" sz="800" dirty="0">
                <a:solidFill>
                  <a:schemeClr val="bg1"/>
                </a:solidFill>
              </a:endParaRPr>
            </a:p>
          </p:txBody>
        </p:sp>
        <p:sp>
          <p:nvSpPr>
            <p:cNvPr id="68" name="CasellaDiTesto 67">
              <a:extLst>
                <a:ext uri="{FF2B5EF4-FFF2-40B4-BE49-F238E27FC236}">
                  <a16:creationId xmlns:a16="http://schemas.microsoft.com/office/drawing/2014/main" id="{21849B1E-F337-6C9B-EA2C-E61D197558DE}"/>
                </a:ext>
              </a:extLst>
            </p:cNvPr>
            <p:cNvSpPr txBox="1"/>
            <p:nvPr/>
          </p:nvSpPr>
          <p:spPr>
            <a:xfrm>
              <a:off x="8942637" y="597517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#262626</a:t>
              </a:r>
            </a:p>
          </p:txBody>
        </p:sp>
        <p:sp>
          <p:nvSpPr>
            <p:cNvPr id="69" name="Rettangolo 68">
              <a:extLst>
                <a:ext uri="{FF2B5EF4-FFF2-40B4-BE49-F238E27FC236}">
                  <a16:creationId xmlns:a16="http://schemas.microsoft.com/office/drawing/2014/main" id="{7404910F-BFF1-CA22-54A4-3D26BBCD378E}"/>
                </a:ext>
              </a:extLst>
            </p:cNvPr>
            <p:cNvSpPr/>
            <p:nvPr/>
          </p:nvSpPr>
          <p:spPr>
            <a:xfrm>
              <a:off x="9865073" y="429208"/>
              <a:ext cx="2467537" cy="244873"/>
            </a:xfrm>
            <a:prstGeom prst="rect">
              <a:avLst/>
            </a:prstGeom>
            <a:solidFill>
              <a:srgbClr val="EE1C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0" name="Rettangolo 69">
              <a:extLst>
                <a:ext uri="{FF2B5EF4-FFF2-40B4-BE49-F238E27FC236}">
                  <a16:creationId xmlns:a16="http://schemas.microsoft.com/office/drawing/2014/main" id="{05428B43-A358-8CDC-0E98-33CC5E86484F}"/>
                </a:ext>
              </a:extLst>
            </p:cNvPr>
            <p:cNvSpPr/>
            <p:nvPr/>
          </p:nvSpPr>
          <p:spPr>
            <a:xfrm>
              <a:off x="9865073" y="674081"/>
              <a:ext cx="2467537" cy="244873"/>
            </a:xfrm>
            <a:prstGeom prst="rect">
              <a:avLst/>
            </a:prstGeom>
            <a:solidFill>
              <a:srgbClr val="C2032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1" name="CasellaDiTesto 70">
              <a:extLst>
                <a:ext uri="{FF2B5EF4-FFF2-40B4-BE49-F238E27FC236}">
                  <a16:creationId xmlns:a16="http://schemas.microsoft.com/office/drawing/2014/main" id="{1F342652-D987-8449-DF1D-10A2A95A6A56}"/>
                </a:ext>
              </a:extLst>
            </p:cNvPr>
            <p:cNvSpPr txBox="1"/>
            <p:nvPr/>
          </p:nvSpPr>
          <p:spPr>
            <a:xfrm>
              <a:off x="11417712" y="371435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#EE1C3E</a:t>
              </a:r>
            </a:p>
          </p:txBody>
        </p:sp>
        <p:sp>
          <p:nvSpPr>
            <p:cNvPr id="72" name="CasellaDiTesto 71">
              <a:extLst>
                <a:ext uri="{FF2B5EF4-FFF2-40B4-BE49-F238E27FC236}">
                  <a16:creationId xmlns:a16="http://schemas.microsoft.com/office/drawing/2014/main" id="{25498BF7-9C71-945B-5646-3BD722688918}"/>
                </a:ext>
              </a:extLst>
            </p:cNvPr>
            <p:cNvSpPr txBox="1"/>
            <p:nvPr/>
          </p:nvSpPr>
          <p:spPr>
            <a:xfrm>
              <a:off x="11417711" y="597517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#C20327</a:t>
              </a:r>
            </a:p>
          </p:txBody>
        </p:sp>
        <p:sp>
          <p:nvSpPr>
            <p:cNvPr id="73" name="CasellaDiTesto 72">
              <a:extLst>
                <a:ext uri="{FF2B5EF4-FFF2-40B4-BE49-F238E27FC236}">
                  <a16:creationId xmlns:a16="http://schemas.microsoft.com/office/drawing/2014/main" id="{3D6971DE-D464-6E3F-A9A9-F368DCD9391F}"/>
                </a:ext>
              </a:extLst>
            </p:cNvPr>
            <p:cNvSpPr txBox="1"/>
            <p:nvPr userDrawn="1"/>
          </p:nvSpPr>
          <p:spPr>
            <a:xfrm>
              <a:off x="8081773" y="357048"/>
              <a:ext cx="1582713" cy="609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rgbClr val="E95909"/>
                  </a:solidFill>
                </a:rPr>
                <a:t>#000000</a:t>
              </a:r>
            </a:p>
            <a:p>
              <a:endParaRPr lang="it-IT" sz="8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3BAF86E6-3DC4-8FD8-8560-BC233BF2C21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89627" y="6237736"/>
            <a:ext cx="1502135" cy="32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77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tangolo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96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000"/>
          </a:p>
        </p:txBody>
      </p:sp>
      <p:pic>
        <p:nvPicPr>
          <p:cNvPr id="8" name="Immagin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5134" y="381652"/>
            <a:ext cx="916205" cy="840354"/>
          </a:xfrm>
          <a:prstGeom prst="rect">
            <a:avLst/>
          </a:prstGeom>
        </p:spPr>
      </p:pic>
      <p:sp>
        <p:nvSpPr>
          <p:cNvPr id="7" name="Segnaposto numero diapositiva 2"/>
          <p:cNvSpPr txBox="1">
            <a:spLocks/>
          </p:cNvSpPr>
          <p:nvPr userDrawn="1"/>
        </p:nvSpPr>
        <p:spPr>
          <a:xfrm>
            <a:off x="11070215" y="311321"/>
            <a:ext cx="899592" cy="93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lang="it-IT" sz="3000" u="none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5B7EC30-A1BB-4750-909C-7C1098C1FE0D}" type="slidenum">
              <a:rPr lang="it-IT" sz="2400" kern="1200" smtClean="0">
                <a:solidFill>
                  <a:schemeClr val="bg1"/>
                </a:solidFill>
                <a:latin typeface="Segoe Light" panose="020B0302040504020203" pitchFamily="34" charset="0"/>
                <a:ea typeface="+mn-ea"/>
                <a:cs typeface="+mn-cs"/>
              </a:rPr>
              <a:pPr/>
              <a:t>‹#›</a:t>
            </a:fld>
            <a:endParaRPr lang="it-IT" sz="2400" kern="1200">
              <a:solidFill>
                <a:schemeClr val="bg1"/>
              </a:solidFill>
              <a:latin typeface="Segoe Light" panose="020B0302040504020203" pitchFamily="34" charset="0"/>
              <a:ea typeface="+mn-ea"/>
              <a:cs typeface="+mn-cs"/>
            </a:endParaRPr>
          </a:p>
        </p:txBody>
      </p:sp>
      <p:pic>
        <p:nvPicPr>
          <p:cNvPr id="55" name="Elemento grafico 54">
            <a:extLst>
              <a:ext uri="{FF2B5EF4-FFF2-40B4-BE49-F238E27FC236}">
                <a16:creationId xmlns:a16="http://schemas.microsoft.com/office/drawing/2014/main" id="{657EA066-C916-CDE9-B1E2-99F43839164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0314" y="6239978"/>
            <a:ext cx="901214" cy="437000"/>
          </a:xfrm>
          <a:prstGeom prst="rect">
            <a:avLst/>
          </a:prstGeom>
        </p:spPr>
      </p:pic>
      <p:grpSp>
        <p:nvGrpSpPr>
          <p:cNvPr id="29" name="Gruppo 28">
            <a:extLst>
              <a:ext uri="{FF2B5EF4-FFF2-40B4-BE49-F238E27FC236}">
                <a16:creationId xmlns:a16="http://schemas.microsoft.com/office/drawing/2014/main" id="{2ED6F846-BDF8-E2B4-1B0F-770D19D84113}"/>
              </a:ext>
            </a:extLst>
          </p:cNvPr>
          <p:cNvGrpSpPr/>
          <p:nvPr userDrawn="1"/>
        </p:nvGrpSpPr>
        <p:grpSpPr>
          <a:xfrm rot="5400000">
            <a:off x="9112844" y="3437362"/>
            <a:ext cx="7223763" cy="349063"/>
            <a:chOff x="0" y="357048"/>
            <a:chExt cx="13000425" cy="628196"/>
          </a:xfrm>
        </p:grpSpPr>
        <p:sp>
          <p:nvSpPr>
            <p:cNvPr id="30" name="Rettangolo 29">
              <a:extLst>
                <a:ext uri="{FF2B5EF4-FFF2-40B4-BE49-F238E27FC236}">
                  <a16:creationId xmlns:a16="http://schemas.microsoft.com/office/drawing/2014/main" id="{D910FCFC-C34B-FCF0-F0E4-80C36094CD8B}"/>
                </a:ext>
              </a:extLst>
            </p:cNvPr>
            <p:cNvSpPr/>
            <p:nvPr/>
          </p:nvSpPr>
          <p:spPr>
            <a:xfrm>
              <a:off x="0" y="429208"/>
              <a:ext cx="2467537" cy="244873"/>
            </a:xfrm>
            <a:prstGeom prst="rect">
              <a:avLst/>
            </a:prstGeom>
            <a:solidFill>
              <a:srgbClr val="E95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1" name="Rettangolo 30">
              <a:extLst>
                <a:ext uri="{FF2B5EF4-FFF2-40B4-BE49-F238E27FC236}">
                  <a16:creationId xmlns:a16="http://schemas.microsoft.com/office/drawing/2014/main" id="{95E87069-475B-F89D-4E2B-EAD898EDDB90}"/>
                </a:ext>
              </a:extLst>
            </p:cNvPr>
            <p:cNvSpPr/>
            <p:nvPr/>
          </p:nvSpPr>
          <p:spPr>
            <a:xfrm>
              <a:off x="0" y="674081"/>
              <a:ext cx="2467537" cy="244873"/>
            </a:xfrm>
            <a:prstGeom prst="rect">
              <a:avLst/>
            </a:prstGeom>
            <a:solidFill>
              <a:srgbClr val="EE74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2" name="CasellaDiTesto 31">
              <a:extLst>
                <a:ext uri="{FF2B5EF4-FFF2-40B4-BE49-F238E27FC236}">
                  <a16:creationId xmlns:a16="http://schemas.microsoft.com/office/drawing/2014/main" id="{49292FE3-C348-3984-B716-D11BF78BFBCB}"/>
                </a:ext>
              </a:extLst>
            </p:cNvPr>
            <p:cNvSpPr txBox="1"/>
            <p:nvPr/>
          </p:nvSpPr>
          <p:spPr>
            <a:xfrm>
              <a:off x="1568203" y="371434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#E95909</a:t>
              </a:r>
            </a:p>
          </p:txBody>
        </p:sp>
        <p:sp>
          <p:nvSpPr>
            <p:cNvPr id="56" name="CasellaDiTesto 55">
              <a:extLst>
                <a:ext uri="{FF2B5EF4-FFF2-40B4-BE49-F238E27FC236}">
                  <a16:creationId xmlns:a16="http://schemas.microsoft.com/office/drawing/2014/main" id="{58589FB3-2DB2-8266-F35A-77D6045372EA}"/>
                </a:ext>
              </a:extLst>
            </p:cNvPr>
            <p:cNvSpPr txBox="1"/>
            <p:nvPr/>
          </p:nvSpPr>
          <p:spPr>
            <a:xfrm>
              <a:off x="1568196" y="597513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#EE7421</a:t>
              </a:r>
            </a:p>
          </p:txBody>
        </p:sp>
        <p:sp>
          <p:nvSpPr>
            <p:cNvPr id="57" name="Rettangolo 56">
              <a:extLst>
                <a:ext uri="{FF2B5EF4-FFF2-40B4-BE49-F238E27FC236}">
                  <a16:creationId xmlns:a16="http://schemas.microsoft.com/office/drawing/2014/main" id="{EEB9223E-3962-39B0-70B7-BCE09259F687}"/>
                </a:ext>
              </a:extLst>
            </p:cNvPr>
            <p:cNvSpPr/>
            <p:nvPr/>
          </p:nvSpPr>
          <p:spPr>
            <a:xfrm>
              <a:off x="2467537" y="429208"/>
              <a:ext cx="2467537" cy="244873"/>
            </a:xfrm>
            <a:prstGeom prst="rect">
              <a:avLst/>
            </a:prstGeom>
            <a:solidFill>
              <a:srgbClr val="013A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8" name="Rettangolo 57">
              <a:extLst>
                <a:ext uri="{FF2B5EF4-FFF2-40B4-BE49-F238E27FC236}">
                  <a16:creationId xmlns:a16="http://schemas.microsoft.com/office/drawing/2014/main" id="{B9B5A70D-5134-BD9F-D2B3-DED5D151BC93}"/>
                </a:ext>
              </a:extLst>
            </p:cNvPr>
            <p:cNvSpPr/>
            <p:nvPr/>
          </p:nvSpPr>
          <p:spPr>
            <a:xfrm>
              <a:off x="2467537" y="674081"/>
              <a:ext cx="2467537" cy="244873"/>
            </a:xfrm>
            <a:prstGeom prst="rect">
              <a:avLst/>
            </a:prstGeom>
            <a:solidFill>
              <a:srgbClr val="0259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9" name="CasellaDiTesto 58">
              <a:extLst>
                <a:ext uri="{FF2B5EF4-FFF2-40B4-BE49-F238E27FC236}">
                  <a16:creationId xmlns:a16="http://schemas.microsoft.com/office/drawing/2014/main" id="{2B8F4158-8EE3-5C4D-AAF3-8D576E71B5D4}"/>
                </a:ext>
              </a:extLst>
            </p:cNvPr>
            <p:cNvSpPr txBox="1"/>
            <p:nvPr/>
          </p:nvSpPr>
          <p:spPr>
            <a:xfrm>
              <a:off x="4035741" y="371434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#013A4F</a:t>
              </a:r>
            </a:p>
          </p:txBody>
        </p:sp>
        <p:sp>
          <p:nvSpPr>
            <p:cNvPr id="60" name="CasellaDiTesto 59">
              <a:extLst>
                <a:ext uri="{FF2B5EF4-FFF2-40B4-BE49-F238E27FC236}">
                  <a16:creationId xmlns:a16="http://schemas.microsoft.com/office/drawing/2014/main" id="{EB7159B8-AC96-6657-F651-DA06563B15ED}"/>
                </a:ext>
              </a:extLst>
            </p:cNvPr>
            <p:cNvSpPr txBox="1"/>
            <p:nvPr/>
          </p:nvSpPr>
          <p:spPr>
            <a:xfrm>
              <a:off x="4035739" y="597517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#025978</a:t>
              </a:r>
            </a:p>
          </p:txBody>
        </p:sp>
        <p:sp>
          <p:nvSpPr>
            <p:cNvPr id="61" name="Rettangolo 60">
              <a:extLst>
                <a:ext uri="{FF2B5EF4-FFF2-40B4-BE49-F238E27FC236}">
                  <a16:creationId xmlns:a16="http://schemas.microsoft.com/office/drawing/2014/main" id="{4E171B35-8B3F-0830-677A-815BDB054100}"/>
                </a:ext>
              </a:extLst>
            </p:cNvPr>
            <p:cNvSpPr/>
            <p:nvPr/>
          </p:nvSpPr>
          <p:spPr>
            <a:xfrm>
              <a:off x="4935074" y="429208"/>
              <a:ext cx="2467537" cy="244873"/>
            </a:xfrm>
            <a:prstGeom prst="rect">
              <a:avLst/>
            </a:prstGeom>
            <a:solidFill>
              <a:srgbClr val="0296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2" name="Rettangolo 61">
              <a:extLst>
                <a:ext uri="{FF2B5EF4-FFF2-40B4-BE49-F238E27FC236}">
                  <a16:creationId xmlns:a16="http://schemas.microsoft.com/office/drawing/2014/main" id="{E8DE35D5-CDAA-2030-21B6-A36B46A64924}"/>
                </a:ext>
              </a:extLst>
            </p:cNvPr>
            <p:cNvSpPr/>
            <p:nvPr/>
          </p:nvSpPr>
          <p:spPr>
            <a:xfrm>
              <a:off x="4935074" y="674081"/>
              <a:ext cx="2467537" cy="244873"/>
            </a:xfrm>
            <a:prstGeom prst="rect">
              <a:avLst/>
            </a:prstGeom>
            <a:solidFill>
              <a:srgbClr val="DEEB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3" name="CasellaDiTesto 62">
              <a:extLst>
                <a:ext uri="{FF2B5EF4-FFF2-40B4-BE49-F238E27FC236}">
                  <a16:creationId xmlns:a16="http://schemas.microsoft.com/office/drawing/2014/main" id="{EC573B0B-A318-1D0B-9F6E-B0C2AA6F0442}"/>
                </a:ext>
              </a:extLst>
            </p:cNvPr>
            <p:cNvSpPr txBox="1"/>
            <p:nvPr/>
          </p:nvSpPr>
          <p:spPr>
            <a:xfrm>
              <a:off x="6451208" y="371435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#0296CD</a:t>
              </a:r>
            </a:p>
          </p:txBody>
        </p:sp>
        <p:sp>
          <p:nvSpPr>
            <p:cNvPr id="64" name="CasellaDiTesto 63">
              <a:extLst>
                <a:ext uri="{FF2B5EF4-FFF2-40B4-BE49-F238E27FC236}">
                  <a16:creationId xmlns:a16="http://schemas.microsoft.com/office/drawing/2014/main" id="{69505A28-4171-15C3-9D2C-A2507D46CF5E}"/>
                </a:ext>
              </a:extLst>
            </p:cNvPr>
            <p:cNvSpPr txBox="1"/>
            <p:nvPr/>
          </p:nvSpPr>
          <p:spPr>
            <a:xfrm>
              <a:off x="6496993" y="597517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rgbClr val="013A4F"/>
                  </a:solidFill>
                </a:rPr>
                <a:t>#013A4F</a:t>
              </a:r>
            </a:p>
          </p:txBody>
        </p:sp>
        <p:sp>
          <p:nvSpPr>
            <p:cNvPr id="65" name="Rettangolo 64">
              <a:extLst>
                <a:ext uri="{FF2B5EF4-FFF2-40B4-BE49-F238E27FC236}">
                  <a16:creationId xmlns:a16="http://schemas.microsoft.com/office/drawing/2014/main" id="{29FD7486-4518-47AE-C601-162FF49B83AC}"/>
                </a:ext>
              </a:extLst>
            </p:cNvPr>
            <p:cNvSpPr/>
            <p:nvPr/>
          </p:nvSpPr>
          <p:spPr>
            <a:xfrm>
              <a:off x="7397536" y="429208"/>
              <a:ext cx="2467537" cy="24487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6" name="Rettangolo 65">
              <a:extLst>
                <a:ext uri="{FF2B5EF4-FFF2-40B4-BE49-F238E27FC236}">
                  <a16:creationId xmlns:a16="http://schemas.microsoft.com/office/drawing/2014/main" id="{D8F09F45-8AFA-4793-A7E6-8A3637AF7E21}"/>
                </a:ext>
              </a:extLst>
            </p:cNvPr>
            <p:cNvSpPr/>
            <p:nvPr/>
          </p:nvSpPr>
          <p:spPr>
            <a:xfrm>
              <a:off x="7397536" y="674081"/>
              <a:ext cx="2467537" cy="244873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7" name="CasellaDiTesto 66">
              <a:extLst>
                <a:ext uri="{FF2B5EF4-FFF2-40B4-BE49-F238E27FC236}">
                  <a16:creationId xmlns:a16="http://schemas.microsoft.com/office/drawing/2014/main" id="{5890A1CF-D32F-0246-E406-4E71A5BC877B}"/>
                </a:ext>
              </a:extLst>
            </p:cNvPr>
            <p:cNvSpPr txBox="1"/>
            <p:nvPr/>
          </p:nvSpPr>
          <p:spPr>
            <a:xfrm>
              <a:off x="8948678" y="357048"/>
              <a:ext cx="1582713" cy="609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#000000</a:t>
              </a:r>
            </a:p>
            <a:p>
              <a:endParaRPr lang="it-IT" sz="800" dirty="0">
                <a:solidFill>
                  <a:schemeClr val="bg1"/>
                </a:solidFill>
              </a:endParaRPr>
            </a:p>
          </p:txBody>
        </p:sp>
        <p:sp>
          <p:nvSpPr>
            <p:cNvPr id="68" name="CasellaDiTesto 67">
              <a:extLst>
                <a:ext uri="{FF2B5EF4-FFF2-40B4-BE49-F238E27FC236}">
                  <a16:creationId xmlns:a16="http://schemas.microsoft.com/office/drawing/2014/main" id="{CA80FF42-8AF8-A983-E903-82DD408597B6}"/>
                </a:ext>
              </a:extLst>
            </p:cNvPr>
            <p:cNvSpPr txBox="1"/>
            <p:nvPr/>
          </p:nvSpPr>
          <p:spPr>
            <a:xfrm>
              <a:off x="8942637" y="597517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#262626</a:t>
              </a:r>
            </a:p>
          </p:txBody>
        </p:sp>
        <p:sp>
          <p:nvSpPr>
            <p:cNvPr id="69" name="Rettangolo 68">
              <a:extLst>
                <a:ext uri="{FF2B5EF4-FFF2-40B4-BE49-F238E27FC236}">
                  <a16:creationId xmlns:a16="http://schemas.microsoft.com/office/drawing/2014/main" id="{32812F33-BDC9-888C-6BD7-7C08E7A97216}"/>
                </a:ext>
              </a:extLst>
            </p:cNvPr>
            <p:cNvSpPr/>
            <p:nvPr/>
          </p:nvSpPr>
          <p:spPr>
            <a:xfrm>
              <a:off x="9865073" y="429208"/>
              <a:ext cx="2467537" cy="244873"/>
            </a:xfrm>
            <a:prstGeom prst="rect">
              <a:avLst/>
            </a:prstGeom>
            <a:solidFill>
              <a:srgbClr val="EE1C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0" name="Rettangolo 69">
              <a:extLst>
                <a:ext uri="{FF2B5EF4-FFF2-40B4-BE49-F238E27FC236}">
                  <a16:creationId xmlns:a16="http://schemas.microsoft.com/office/drawing/2014/main" id="{B58853BA-3A2A-33FD-433D-90528F4318D3}"/>
                </a:ext>
              </a:extLst>
            </p:cNvPr>
            <p:cNvSpPr/>
            <p:nvPr/>
          </p:nvSpPr>
          <p:spPr>
            <a:xfrm>
              <a:off x="9865073" y="674081"/>
              <a:ext cx="2467537" cy="244873"/>
            </a:xfrm>
            <a:prstGeom prst="rect">
              <a:avLst/>
            </a:prstGeom>
            <a:solidFill>
              <a:srgbClr val="C2032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1" name="CasellaDiTesto 70">
              <a:extLst>
                <a:ext uri="{FF2B5EF4-FFF2-40B4-BE49-F238E27FC236}">
                  <a16:creationId xmlns:a16="http://schemas.microsoft.com/office/drawing/2014/main" id="{B5A17B28-6EAD-DDAD-9B40-A9C654BDA2A5}"/>
                </a:ext>
              </a:extLst>
            </p:cNvPr>
            <p:cNvSpPr txBox="1"/>
            <p:nvPr/>
          </p:nvSpPr>
          <p:spPr>
            <a:xfrm>
              <a:off x="11417712" y="371435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#EE1C3E</a:t>
              </a:r>
            </a:p>
          </p:txBody>
        </p:sp>
        <p:sp>
          <p:nvSpPr>
            <p:cNvPr id="72" name="CasellaDiTesto 71">
              <a:extLst>
                <a:ext uri="{FF2B5EF4-FFF2-40B4-BE49-F238E27FC236}">
                  <a16:creationId xmlns:a16="http://schemas.microsoft.com/office/drawing/2014/main" id="{C41EBC32-3AA6-A90F-A20C-C38EC10722AA}"/>
                </a:ext>
              </a:extLst>
            </p:cNvPr>
            <p:cNvSpPr txBox="1"/>
            <p:nvPr/>
          </p:nvSpPr>
          <p:spPr>
            <a:xfrm>
              <a:off x="11417711" y="597517"/>
              <a:ext cx="1582713" cy="387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chemeClr val="bg1"/>
                  </a:solidFill>
                </a:rPr>
                <a:t>#C20327</a:t>
              </a:r>
            </a:p>
          </p:txBody>
        </p:sp>
        <p:sp>
          <p:nvSpPr>
            <p:cNvPr id="73" name="CasellaDiTesto 72">
              <a:extLst>
                <a:ext uri="{FF2B5EF4-FFF2-40B4-BE49-F238E27FC236}">
                  <a16:creationId xmlns:a16="http://schemas.microsoft.com/office/drawing/2014/main" id="{0C13117E-F1C8-C4A2-1B6E-2E6EEABA4F8B}"/>
                </a:ext>
              </a:extLst>
            </p:cNvPr>
            <p:cNvSpPr txBox="1"/>
            <p:nvPr userDrawn="1"/>
          </p:nvSpPr>
          <p:spPr>
            <a:xfrm>
              <a:off x="8081773" y="357048"/>
              <a:ext cx="1582713" cy="609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>
                  <a:solidFill>
                    <a:srgbClr val="E95909"/>
                  </a:solidFill>
                </a:rPr>
                <a:t>#000000</a:t>
              </a:r>
            </a:p>
            <a:p>
              <a:endParaRPr lang="it-IT" sz="8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06B9F458-0234-B1D7-E7EC-BF979E9DB1B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89627" y="6237736"/>
            <a:ext cx="1502135" cy="32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28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1E41DAA9-E2D9-4774-AACB-AC2F2461F84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19344" y="0"/>
            <a:ext cx="6772656" cy="6858000"/>
          </a:xfrm>
          <a:prstGeom prst="rect">
            <a:avLst/>
          </a:prstGeom>
        </p:spPr>
      </p:pic>
      <p:sp>
        <p:nvSpPr>
          <p:cNvPr id="19" name="Rettangolo 1">
            <a:extLst>
              <a:ext uri="{FF2B5EF4-FFF2-40B4-BE49-F238E27FC236}">
                <a16:creationId xmlns:a16="http://schemas.microsoft.com/office/drawing/2014/main" id="{8626A12A-5B3F-4ECE-980E-43B9A960D9A0}"/>
              </a:ext>
            </a:extLst>
          </p:cNvPr>
          <p:cNvSpPr/>
          <p:nvPr userDrawn="1"/>
        </p:nvSpPr>
        <p:spPr>
          <a:xfrm>
            <a:off x="0" y="0"/>
            <a:ext cx="6611654" cy="6877634"/>
          </a:xfrm>
          <a:custGeom>
            <a:avLst/>
            <a:gdLst>
              <a:gd name="connsiteX0" fmla="*/ 0 w 6033247"/>
              <a:gd name="connsiteY0" fmla="*/ 0 h 6858000"/>
              <a:gd name="connsiteX1" fmla="*/ 6033247 w 6033247"/>
              <a:gd name="connsiteY1" fmla="*/ 0 h 6858000"/>
              <a:gd name="connsiteX2" fmla="*/ 6033247 w 6033247"/>
              <a:gd name="connsiteY2" fmla="*/ 6858000 h 6858000"/>
              <a:gd name="connsiteX3" fmla="*/ 0 w 6033247"/>
              <a:gd name="connsiteY3" fmla="*/ 6858000 h 6858000"/>
              <a:gd name="connsiteX4" fmla="*/ 0 w 6033247"/>
              <a:gd name="connsiteY4" fmla="*/ 0 h 6858000"/>
              <a:gd name="connsiteX0" fmla="*/ 0 w 6033247"/>
              <a:gd name="connsiteY0" fmla="*/ 0 h 6858000"/>
              <a:gd name="connsiteX1" fmla="*/ 4715436 w 6033247"/>
              <a:gd name="connsiteY1" fmla="*/ 0 h 6858000"/>
              <a:gd name="connsiteX2" fmla="*/ 6033247 w 6033247"/>
              <a:gd name="connsiteY2" fmla="*/ 6858000 h 6858000"/>
              <a:gd name="connsiteX3" fmla="*/ 0 w 6033247"/>
              <a:gd name="connsiteY3" fmla="*/ 6858000 h 6858000"/>
              <a:gd name="connsiteX4" fmla="*/ 0 w 6033247"/>
              <a:gd name="connsiteY4" fmla="*/ 0 h 6858000"/>
              <a:gd name="connsiteX0" fmla="*/ 0 w 6033247"/>
              <a:gd name="connsiteY0" fmla="*/ 0 h 6858000"/>
              <a:gd name="connsiteX1" fmla="*/ 4428565 w 6033247"/>
              <a:gd name="connsiteY1" fmla="*/ 0 h 6858000"/>
              <a:gd name="connsiteX2" fmla="*/ 6033247 w 6033247"/>
              <a:gd name="connsiteY2" fmla="*/ 6858000 h 6858000"/>
              <a:gd name="connsiteX3" fmla="*/ 0 w 6033247"/>
              <a:gd name="connsiteY3" fmla="*/ 6858000 h 6858000"/>
              <a:gd name="connsiteX4" fmla="*/ 0 w 6033247"/>
              <a:gd name="connsiteY4" fmla="*/ 0 h 6858000"/>
              <a:gd name="connsiteX0" fmla="*/ 0 w 5597858"/>
              <a:gd name="connsiteY0" fmla="*/ 0 h 6858000"/>
              <a:gd name="connsiteX1" fmla="*/ 4428565 w 5597858"/>
              <a:gd name="connsiteY1" fmla="*/ 0 h 6858000"/>
              <a:gd name="connsiteX2" fmla="*/ 5597858 w 5597858"/>
              <a:gd name="connsiteY2" fmla="*/ 6845474 h 6858000"/>
              <a:gd name="connsiteX3" fmla="*/ 0 w 5597858"/>
              <a:gd name="connsiteY3" fmla="*/ 6858000 h 6858000"/>
              <a:gd name="connsiteX4" fmla="*/ 0 w 5597858"/>
              <a:gd name="connsiteY4" fmla="*/ 0 h 6858000"/>
              <a:gd name="connsiteX0" fmla="*/ 0 w 5471733"/>
              <a:gd name="connsiteY0" fmla="*/ 0 h 6858000"/>
              <a:gd name="connsiteX1" fmla="*/ 4428565 w 5471733"/>
              <a:gd name="connsiteY1" fmla="*/ 0 h 6858000"/>
              <a:gd name="connsiteX2" fmla="*/ 5471733 w 5471733"/>
              <a:gd name="connsiteY2" fmla="*/ 6845474 h 6858000"/>
              <a:gd name="connsiteX3" fmla="*/ 0 w 5471733"/>
              <a:gd name="connsiteY3" fmla="*/ 6858000 h 6858000"/>
              <a:gd name="connsiteX4" fmla="*/ 0 w 5471733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71733" h="6858000">
                <a:moveTo>
                  <a:pt x="0" y="0"/>
                </a:moveTo>
                <a:lnTo>
                  <a:pt x="4428565" y="0"/>
                </a:lnTo>
                <a:lnTo>
                  <a:pt x="5471733" y="6845474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E95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prstClr val="white"/>
              </a:solidFill>
            </a:endParaRPr>
          </a:p>
        </p:txBody>
      </p:sp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A9658FA4-C5BB-9504-DA6B-818BC1B9F7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10992" y="566756"/>
            <a:ext cx="2026676" cy="982740"/>
          </a:xfrm>
          <a:prstGeom prst="rect">
            <a:avLst/>
          </a:prstGeom>
        </p:spPr>
      </p:pic>
      <p:sp>
        <p:nvSpPr>
          <p:cNvPr id="17" name="Segnaposto data 3">
            <a:extLst>
              <a:ext uri="{FF2B5EF4-FFF2-40B4-BE49-F238E27FC236}">
                <a16:creationId xmlns:a16="http://schemas.microsoft.com/office/drawing/2014/main" id="{8C34BFBD-0A51-4F33-9BE0-6CCCA689D9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05544" y="14757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D74243F9-446D-4AB9-BE78-E509311D7E10}" type="datetimeFigureOut">
              <a:rPr lang="it-IT" smtClean="0"/>
              <a:pPr/>
              <a:t>25/02/2026</a:t>
            </a:fld>
            <a:endParaRPr lang="it-IT" dirty="0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EB046152-CBD5-412D-9F54-656311042E65}"/>
              </a:ext>
            </a:extLst>
          </p:cNvPr>
          <p:cNvSpPr txBox="1"/>
          <p:nvPr userDrawn="1"/>
        </p:nvSpPr>
        <p:spPr>
          <a:xfrm>
            <a:off x="6861841" y="4155275"/>
            <a:ext cx="4443417" cy="890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LET’S EMPOWER</a:t>
            </a:r>
          </a:p>
          <a:p>
            <a:pPr marL="0" marR="0" lvl="0" indent="0" algn="ctr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3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BY CLOUD TECHNOLOGY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5643904-B549-FDB2-47DB-97C686E706FB}"/>
              </a:ext>
            </a:extLst>
          </p:cNvPr>
          <p:cNvSpPr txBox="1"/>
          <p:nvPr userDrawn="1"/>
        </p:nvSpPr>
        <p:spPr>
          <a:xfrm>
            <a:off x="121692" y="5589583"/>
            <a:ext cx="6015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MILANO | ROMA | BOLZANO | BOLOGNA | ORVIETO | NAPOLI | BRINDISI | TIRANA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759E122-6B58-C9EA-342A-C9B68613587F}"/>
              </a:ext>
            </a:extLst>
          </p:cNvPr>
          <p:cNvSpPr txBox="1"/>
          <p:nvPr userDrawn="1"/>
        </p:nvSpPr>
        <p:spPr>
          <a:xfrm>
            <a:off x="1095069" y="4987596"/>
            <a:ext cx="4068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latin typeface="Segoe Condensed" panose="020B0606040200020203" pitchFamily="34" charset="0"/>
                <a:cs typeface="Segoe UI" panose="020B0502040204020203" pitchFamily="34" charset="0"/>
              </a:rPr>
              <a:t>www.agicgroup.it</a:t>
            </a:r>
          </a:p>
        </p:txBody>
      </p:sp>
      <p:pic>
        <p:nvPicPr>
          <p:cNvPr id="7" name="Elemento grafico 6">
            <a:extLst>
              <a:ext uri="{FF2B5EF4-FFF2-40B4-BE49-F238E27FC236}">
                <a16:creationId xmlns:a16="http://schemas.microsoft.com/office/drawing/2014/main" id="{942E0112-8F6D-F950-B017-50ADE8D913B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00697" y="6092321"/>
            <a:ext cx="1971808" cy="42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667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6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ED180A2B-1F73-4F6F-931C-4590213F4D3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" b="21"/>
          <a:stretch/>
        </p:blipFill>
        <p:spPr>
          <a:xfrm>
            <a:off x="5310332" y="0"/>
            <a:ext cx="6890019" cy="6858000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ABC82B4E-CD33-4FB6-976F-61523DD2B8AB}"/>
              </a:ext>
            </a:extLst>
          </p:cNvPr>
          <p:cNvSpPr/>
          <p:nvPr userDrawn="1"/>
        </p:nvSpPr>
        <p:spPr>
          <a:xfrm>
            <a:off x="7717496" y="3056444"/>
            <a:ext cx="2821671" cy="770838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1">
            <a:extLst>
              <a:ext uri="{FF2B5EF4-FFF2-40B4-BE49-F238E27FC236}">
                <a16:creationId xmlns:a16="http://schemas.microsoft.com/office/drawing/2014/main" id="{A9DB84BA-1738-4C1B-A921-9CF8A5842C24}"/>
              </a:ext>
            </a:extLst>
          </p:cNvPr>
          <p:cNvSpPr/>
          <p:nvPr userDrawn="1"/>
        </p:nvSpPr>
        <p:spPr>
          <a:xfrm>
            <a:off x="0" y="0"/>
            <a:ext cx="6611654" cy="6877634"/>
          </a:xfrm>
          <a:custGeom>
            <a:avLst/>
            <a:gdLst>
              <a:gd name="connsiteX0" fmla="*/ 0 w 6033247"/>
              <a:gd name="connsiteY0" fmla="*/ 0 h 6858000"/>
              <a:gd name="connsiteX1" fmla="*/ 6033247 w 6033247"/>
              <a:gd name="connsiteY1" fmla="*/ 0 h 6858000"/>
              <a:gd name="connsiteX2" fmla="*/ 6033247 w 6033247"/>
              <a:gd name="connsiteY2" fmla="*/ 6858000 h 6858000"/>
              <a:gd name="connsiteX3" fmla="*/ 0 w 6033247"/>
              <a:gd name="connsiteY3" fmla="*/ 6858000 h 6858000"/>
              <a:gd name="connsiteX4" fmla="*/ 0 w 6033247"/>
              <a:gd name="connsiteY4" fmla="*/ 0 h 6858000"/>
              <a:gd name="connsiteX0" fmla="*/ 0 w 6033247"/>
              <a:gd name="connsiteY0" fmla="*/ 0 h 6858000"/>
              <a:gd name="connsiteX1" fmla="*/ 4715436 w 6033247"/>
              <a:gd name="connsiteY1" fmla="*/ 0 h 6858000"/>
              <a:gd name="connsiteX2" fmla="*/ 6033247 w 6033247"/>
              <a:gd name="connsiteY2" fmla="*/ 6858000 h 6858000"/>
              <a:gd name="connsiteX3" fmla="*/ 0 w 6033247"/>
              <a:gd name="connsiteY3" fmla="*/ 6858000 h 6858000"/>
              <a:gd name="connsiteX4" fmla="*/ 0 w 6033247"/>
              <a:gd name="connsiteY4" fmla="*/ 0 h 6858000"/>
              <a:gd name="connsiteX0" fmla="*/ 0 w 6033247"/>
              <a:gd name="connsiteY0" fmla="*/ 0 h 6858000"/>
              <a:gd name="connsiteX1" fmla="*/ 4428565 w 6033247"/>
              <a:gd name="connsiteY1" fmla="*/ 0 h 6858000"/>
              <a:gd name="connsiteX2" fmla="*/ 6033247 w 6033247"/>
              <a:gd name="connsiteY2" fmla="*/ 6858000 h 6858000"/>
              <a:gd name="connsiteX3" fmla="*/ 0 w 6033247"/>
              <a:gd name="connsiteY3" fmla="*/ 6858000 h 6858000"/>
              <a:gd name="connsiteX4" fmla="*/ 0 w 6033247"/>
              <a:gd name="connsiteY4" fmla="*/ 0 h 6858000"/>
              <a:gd name="connsiteX0" fmla="*/ 0 w 5597858"/>
              <a:gd name="connsiteY0" fmla="*/ 0 h 6858000"/>
              <a:gd name="connsiteX1" fmla="*/ 4428565 w 5597858"/>
              <a:gd name="connsiteY1" fmla="*/ 0 h 6858000"/>
              <a:gd name="connsiteX2" fmla="*/ 5597858 w 5597858"/>
              <a:gd name="connsiteY2" fmla="*/ 6845474 h 6858000"/>
              <a:gd name="connsiteX3" fmla="*/ 0 w 5597858"/>
              <a:gd name="connsiteY3" fmla="*/ 6858000 h 6858000"/>
              <a:gd name="connsiteX4" fmla="*/ 0 w 5597858"/>
              <a:gd name="connsiteY4" fmla="*/ 0 h 6858000"/>
              <a:gd name="connsiteX0" fmla="*/ 0 w 5471733"/>
              <a:gd name="connsiteY0" fmla="*/ 0 h 6858000"/>
              <a:gd name="connsiteX1" fmla="*/ 4428565 w 5471733"/>
              <a:gd name="connsiteY1" fmla="*/ 0 h 6858000"/>
              <a:gd name="connsiteX2" fmla="*/ 5471733 w 5471733"/>
              <a:gd name="connsiteY2" fmla="*/ 6845474 h 6858000"/>
              <a:gd name="connsiteX3" fmla="*/ 0 w 5471733"/>
              <a:gd name="connsiteY3" fmla="*/ 6858000 h 6858000"/>
              <a:gd name="connsiteX4" fmla="*/ 0 w 5471733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71733" h="6858000">
                <a:moveTo>
                  <a:pt x="0" y="0"/>
                </a:moveTo>
                <a:lnTo>
                  <a:pt x="4428565" y="0"/>
                </a:lnTo>
                <a:lnTo>
                  <a:pt x="5471733" y="6845474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E95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prstClr val="white"/>
              </a:solidFill>
            </a:endParaRPr>
          </a:p>
        </p:txBody>
      </p:sp>
      <p:pic>
        <p:nvPicPr>
          <p:cNvPr id="11" name="Elemento grafico 10">
            <a:extLst>
              <a:ext uri="{FF2B5EF4-FFF2-40B4-BE49-F238E27FC236}">
                <a16:creationId xmlns:a16="http://schemas.microsoft.com/office/drawing/2014/main" id="{CABA9456-5DD1-B8FA-E4FE-DC1F5B548C6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10992" y="566756"/>
            <a:ext cx="2026676" cy="98274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ECD31CC1-67D5-7D9E-A7EC-DC0D1B6E924C}"/>
              </a:ext>
            </a:extLst>
          </p:cNvPr>
          <p:cNvSpPr txBox="1"/>
          <p:nvPr userDrawn="1"/>
        </p:nvSpPr>
        <p:spPr>
          <a:xfrm>
            <a:off x="6771117" y="2838998"/>
            <a:ext cx="4443417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0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LET’S EMPOWER</a:t>
            </a:r>
          </a:p>
          <a:p>
            <a:pPr marL="0" marR="0" lvl="0" indent="0" algn="ctr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85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BY CLOUD TECHNOLOGY</a:t>
            </a:r>
          </a:p>
        </p:txBody>
      </p:sp>
      <p:sp>
        <p:nvSpPr>
          <p:cNvPr id="17" name="Segnaposto data 3">
            <a:extLst>
              <a:ext uri="{FF2B5EF4-FFF2-40B4-BE49-F238E27FC236}">
                <a16:creationId xmlns:a16="http://schemas.microsoft.com/office/drawing/2014/main" id="{09F85A9A-C249-4C60-AA16-CA6F17FA98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05544" y="14757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D74243F9-446D-4AB9-BE78-E509311D7E10}" type="datetimeFigureOut">
              <a:rPr lang="it-IT" smtClean="0"/>
              <a:pPr/>
              <a:t>25/02/2026</a:t>
            </a:fld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25E2EE8-CD0E-792D-4CDC-5336551020B4}"/>
              </a:ext>
            </a:extLst>
          </p:cNvPr>
          <p:cNvSpPr txBox="1"/>
          <p:nvPr userDrawn="1"/>
        </p:nvSpPr>
        <p:spPr>
          <a:xfrm>
            <a:off x="121692" y="5589583"/>
            <a:ext cx="6015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MILANO | ROMA | BOLZANO | BOLOGNA | ORVIETO | NAPOLI | BRINDISI | TIRANA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AA93F29-55F8-8B38-F7CF-787D53CC0D9F}"/>
              </a:ext>
            </a:extLst>
          </p:cNvPr>
          <p:cNvSpPr txBox="1"/>
          <p:nvPr userDrawn="1"/>
        </p:nvSpPr>
        <p:spPr>
          <a:xfrm>
            <a:off x="1095069" y="4987596"/>
            <a:ext cx="4068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latin typeface="Segoe Condensed" panose="020B0606040200020203" pitchFamily="34" charset="0"/>
                <a:cs typeface="Segoe UI" panose="020B0502040204020203" pitchFamily="34" charset="0"/>
              </a:rPr>
              <a:t>www.agicgroup.it</a:t>
            </a:r>
          </a:p>
        </p:txBody>
      </p:sp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8F27FB55-1083-FBA1-0B76-43DF96AD97D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0697" y="6092321"/>
            <a:ext cx="1971808" cy="42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297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cibo&#10;&#10;Descrizione generata automaticamente">
            <a:extLst>
              <a:ext uri="{FF2B5EF4-FFF2-40B4-BE49-F238E27FC236}">
                <a16:creationId xmlns:a16="http://schemas.microsoft.com/office/drawing/2014/main" id="{F83BEEE8-CA9B-0DEB-CA6B-67B26EB00F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66"/>
          <a:stretch/>
        </p:blipFill>
        <p:spPr>
          <a:xfrm>
            <a:off x="3803351" y="-19634"/>
            <a:ext cx="8388649" cy="6877634"/>
          </a:xfrm>
          <a:prstGeom prst="rect">
            <a:avLst/>
          </a:prstGeom>
        </p:spPr>
      </p:pic>
      <p:sp>
        <p:nvSpPr>
          <p:cNvPr id="10" name="Rettangolo 1">
            <a:extLst>
              <a:ext uri="{FF2B5EF4-FFF2-40B4-BE49-F238E27FC236}">
                <a16:creationId xmlns:a16="http://schemas.microsoft.com/office/drawing/2014/main" id="{A9DB84BA-1738-4C1B-A921-9CF8A5842C24}"/>
              </a:ext>
            </a:extLst>
          </p:cNvPr>
          <p:cNvSpPr/>
          <p:nvPr userDrawn="1"/>
        </p:nvSpPr>
        <p:spPr>
          <a:xfrm>
            <a:off x="0" y="0"/>
            <a:ext cx="6611654" cy="6877634"/>
          </a:xfrm>
          <a:custGeom>
            <a:avLst/>
            <a:gdLst>
              <a:gd name="connsiteX0" fmla="*/ 0 w 6033247"/>
              <a:gd name="connsiteY0" fmla="*/ 0 h 6858000"/>
              <a:gd name="connsiteX1" fmla="*/ 6033247 w 6033247"/>
              <a:gd name="connsiteY1" fmla="*/ 0 h 6858000"/>
              <a:gd name="connsiteX2" fmla="*/ 6033247 w 6033247"/>
              <a:gd name="connsiteY2" fmla="*/ 6858000 h 6858000"/>
              <a:gd name="connsiteX3" fmla="*/ 0 w 6033247"/>
              <a:gd name="connsiteY3" fmla="*/ 6858000 h 6858000"/>
              <a:gd name="connsiteX4" fmla="*/ 0 w 6033247"/>
              <a:gd name="connsiteY4" fmla="*/ 0 h 6858000"/>
              <a:gd name="connsiteX0" fmla="*/ 0 w 6033247"/>
              <a:gd name="connsiteY0" fmla="*/ 0 h 6858000"/>
              <a:gd name="connsiteX1" fmla="*/ 4715436 w 6033247"/>
              <a:gd name="connsiteY1" fmla="*/ 0 h 6858000"/>
              <a:gd name="connsiteX2" fmla="*/ 6033247 w 6033247"/>
              <a:gd name="connsiteY2" fmla="*/ 6858000 h 6858000"/>
              <a:gd name="connsiteX3" fmla="*/ 0 w 6033247"/>
              <a:gd name="connsiteY3" fmla="*/ 6858000 h 6858000"/>
              <a:gd name="connsiteX4" fmla="*/ 0 w 6033247"/>
              <a:gd name="connsiteY4" fmla="*/ 0 h 6858000"/>
              <a:gd name="connsiteX0" fmla="*/ 0 w 6033247"/>
              <a:gd name="connsiteY0" fmla="*/ 0 h 6858000"/>
              <a:gd name="connsiteX1" fmla="*/ 4428565 w 6033247"/>
              <a:gd name="connsiteY1" fmla="*/ 0 h 6858000"/>
              <a:gd name="connsiteX2" fmla="*/ 6033247 w 6033247"/>
              <a:gd name="connsiteY2" fmla="*/ 6858000 h 6858000"/>
              <a:gd name="connsiteX3" fmla="*/ 0 w 6033247"/>
              <a:gd name="connsiteY3" fmla="*/ 6858000 h 6858000"/>
              <a:gd name="connsiteX4" fmla="*/ 0 w 6033247"/>
              <a:gd name="connsiteY4" fmla="*/ 0 h 6858000"/>
              <a:gd name="connsiteX0" fmla="*/ 0 w 5597858"/>
              <a:gd name="connsiteY0" fmla="*/ 0 h 6858000"/>
              <a:gd name="connsiteX1" fmla="*/ 4428565 w 5597858"/>
              <a:gd name="connsiteY1" fmla="*/ 0 h 6858000"/>
              <a:gd name="connsiteX2" fmla="*/ 5597858 w 5597858"/>
              <a:gd name="connsiteY2" fmla="*/ 6845474 h 6858000"/>
              <a:gd name="connsiteX3" fmla="*/ 0 w 5597858"/>
              <a:gd name="connsiteY3" fmla="*/ 6858000 h 6858000"/>
              <a:gd name="connsiteX4" fmla="*/ 0 w 5597858"/>
              <a:gd name="connsiteY4" fmla="*/ 0 h 6858000"/>
              <a:gd name="connsiteX0" fmla="*/ 0 w 5471733"/>
              <a:gd name="connsiteY0" fmla="*/ 0 h 6858000"/>
              <a:gd name="connsiteX1" fmla="*/ 4428565 w 5471733"/>
              <a:gd name="connsiteY1" fmla="*/ 0 h 6858000"/>
              <a:gd name="connsiteX2" fmla="*/ 5471733 w 5471733"/>
              <a:gd name="connsiteY2" fmla="*/ 6845474 h 6858000"/>
              <a:gd name="connsiteX3" fmla="*/ 0 w 5471733"/>
              <a:gd name="connsiteY3" fmla="*/ 6858000 h 6858000"/>
              <a:gd name="connsiteX4" fmla="*/ 0 w 5471733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71733" h="6858000">
                <a:moveTo>
                  <a:pt x="0" y="0"/>
                </a:moveTo>
                <a:lnTo>
                  <a:pt x="4428565" y="0"/>
                </a:lnTo>
                <a:lnTo>
                  <a:pt x="5471733" y="6845474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E95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prstClr val="white"/>
              </a:solidFill>
            </a:endParaRPr>
          </a:p>
        </p:txBody>
      </p:sp>
      <p:pic>
        <p:nvPicPr>
          <p:cNvPr id="11" name="Elemento grafico 10">
            <a:extLst>
              <a:ext uri="{FF2B5EF4-FFF2-40B4-BE49-F238E27FC236}">
                <a16:creationId xmlns:a16="http://schemas.microsoft.com/office/drawing/2014/main" id="{CABA9456-5DD1-B8FA-E4FE-DC1F5B548C6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10992" y="566756"/>
            <a:ext cx="2026676" cy="982740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D0EFD2D-D244-8988-D3CF-121AD254BF41}"/>
              </a:ext>
            </a:extLst>
          </p:cNvPr>
          <p:cNvSpPr txBox="1"/>
          <p:nvPr userDrawn="1"/>
        </p:nvSpPr>
        <p:spPr>
          <a:xfrm>
            <a:off x="121692" y="5589583"/>
            <a:ext cx="6015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MILANO | ROMA | BOLZANO | BOLOGNA | ORVIETO | NAPOLI | BRINDISI | TIRANA</a:t>
            </a:r>
          </a:p>
        </p:txBody>
      </p:sp>
      <p:sp>
        <p:nvSpPr>
          <p:cNvPr id="17" name="Segnaposto data 3">
            <a:extLst>
              <a:ext uri="{FF2B5EF4-FFF2-40B4-BE49-F238E27FC236}">
                <a16:creationId xmlns:a16="http://schemas.microsoft.com/office/drawing/2014/main" id="{09F85A9A-C249-4C60-AA16-CA6F17FA98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05544" y="14757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D74243F9-446D-4AB9-BE78-E509311D7E10}" type="datetimeFigureOut">
              <a:rPr lang="it-IT" smtClean="0"/>
              <a:pPr/>
              <a:t>25/02/2026</a:t>
            </a:fld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45FD9AF-F616-659D-597B-1E2C2EC81C39}"/>
              </a:ext>
            </a:extLst>
          </p:cNvPr>
          <p:cNvSpPr txBox="1"/>
          <p:nvPr userDrawn="1"/>
        </p:nvSpPr>
        <p:spPr>
          <a:xfrm>
            <a:off x="6308610" y="2561724"/>
            <a:ext cx="5427770" cy="520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Condensed" panose="020B0606040200020203" pitchFamily="34" charset="0"/>
                <a:ea typeface="+mn-ea"/>
                <a:cs typeface="Segoe UI" panose="020B0502040204020203" pitchFamily="34" charset="0"/>
              </a:rPr>
              <a:t>BY CLOUD TECHNOLOGY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3AE52C8-D862-347B-FEE6-E9564BBCB87D}"/>
              </a:ext>
            </a:extLst>
          </p:cNvPr>
          <p:cNvSpPr txBox="1"/>
          <p:nvPr userDrawn="1"/>
        </p:nvSpPr>
        <p:spPr>
          <a:xfrm>
            <a:off x="1095069" y="4987596"/>
            <a:ext cx="4068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latin typeface="Segoe Condensed" panose="020B0606040200020203" pitchFamily="34" charset="0"/>
                <a:cs typeface="Segoe UI" panose="020B0502040204020203" pitchFamily="34" charset="0"/>
              </a:rPr>
              <a:t>www.agicgroup.it</a:t>
            </a:r>
          </a:p>
        </p:txBody>
      </p:sp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0A20E850-42E8-BBF9-9BDF-BC86FBE743C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0697" y="6092321"/>
            <a:ext cx="1971808" cy="42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680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2.svg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6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8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41.xml.rels><?xml version="1.0" encoding="UTF-8"?>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2.svg"/></Relationships>
</file>

<file path=ppt/slides/_rels/slide42.xml.rels><?xml version="1.0" encoding="UTF-8"?>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2.svg"/></Relationships>
</file>

<file path=ppt/slides/_rels/slide43.xml.rels><?xml version="1.0" encoding="UTF-8"?>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2.svg"/></Relationships>
</file>

<file path=ppt/slides/_rels/slide44.xml.rels><?xml version="1.0" encoding="UTF-8"?>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6.xml"/></Relationships>
</file>

<file path=ppt/slides/_rels/slide45.xml.rels><?xml version="1.0" encoding="UTF-8"?>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6.xml"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59871990-699B-B870-0799-476A44CB6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200" b="1"/>
              <a:t>Agenda</a:t>
            </a:r>
          </a:p>
        </p:txBody>
      </p:sp>
      <p:sp>
        <p:nvSpPr>
          <p:cNvPr id="4" name="CasellaDiTesto Agenda"/>
          <p:cNvSpPr txBox="1"/>
          <p:nvPr/>
        </p:nvSpPr>
        <p:spPr>
          <a:xfrm>
            <a:off x="1234440" y="1844040"/>
            <a:ext cx="5257800" cy="2237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b="1">
                <a:solidFill>
                  <a:schemeClr val="tx1"/>
                </a:solidFill>
              </a:rPr>
              <a:t>01 — Il Problema</a:t>
            </a:r>
          </a:p>
          <a:p>
            <a:r>
              <a:rPr lang="it-IT" sz="2200" b="1">
                <a:solidFill>
                  <a:schemeClr val="tx1"/>
                </a:solidFill>
              </a:rPr>
              <a:t>02 — La Soluzione: Cardine</a:t>
            </a:r>
          </a:p>
          <a:p>
            <a:r>
              <a:rPr lang="it-IT" sz="2200" b="1">
                <a:solidFill>
                  <a:schemeClr val="tx1"/>
                </a:solidFill>
              </a:rPr>
              <a:t>03 — Architettura Tecnica</a:t>
            </a:r>
          </a:p>
          <a:p>
            <a:r>
              <a:rPr lang="it-IT" sz="2200" b="1">
                <a:solidFill>
                  <a:schemeClr val="tx1"/>
                </a:solidFill>
              </a:rPr>
              <a:t>04 — Piano &amp; Stima</a:t>
            </a:r>
          </a:p>
        </p:txBody>
      </p:sp>
    </p:spTree>
    <p:extLst>
      <p:ext uri="{BB962C8B-B14F-4D97-AF65-F5344CB8AC3E}">
        <p14:creationId xmlns:p14="http://schemas.microsoft.com/office/powerpoint/2010/main" val="477754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3763" y="2573431"/>
            <a:ext cx="2042240" cy="1830345"/>
          </a:xfrm>
          <a:prstGeom prst="rect">
            <a:avLst/>
          </a:prstGeom>
        </p:spPr>
      </p:pic>
      <p:sp>
        <p:nvSpPr>
          <p:cNvPr id="6" name="CasellaDiTesto 5"/>
          <p:cNvSpPr txBox="1"/>
          <p:nvPr/>
        </p:nvSpPr>
        <p:spPr>
          <a:xfrm>
            <a:off x="7103040" y="4603546"/>
            <a:ext cx="2563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>
                <a:solidFill>
                  <a:schemeClr val="bg1"/>
                </a:solidFill>
              </a:rPr>
              <a:t>Crescita Professionale Interna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D7BB5AE-12B5-06F8-81BE-11C69A95D3A1}"/>
              </a:ext>
            </a:extLst>
          </p:cNvPr>
          <p:cNvSpPr/>
          <p:nvPr/>
        </p:nvSpPr>
        <p:spPr>
          <a:xfrm>
            <a:off x="1337565" y="1821085"/>
            <a:ext cx="4758435" cy="3727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1700">
                <a:solidFill>
                  <a:schemeClr val="bg1"/>
                </a:solidFill>
              </a:rPr>
              <a:t>Nelle organizzazioni moderne il dipendente non sa dove può arrivare all'interno della propria azienda — e l'azienda non ha strumenti per mostrarglielo.</a:t>
            </a:r>
          </a:p>
          <a:p>
            <a:r>
              <a:rPr lang="it-IT" sz="1700">
                <a:solidFill>
                  <a:schemeClr val="bg1"/>
                </a:solidFill>
              </a:rPr>
              <a:t>Il Career Counselor lavora con fogli di calcolo, colloqui informali e nessun dato strutturato.</a:t>
            </a:r>
          </a:p>
          <a:p>
            <a:r>
              <a:rPr lang="it-IT" sz="1700">
                <a:solidFill>
                  <a:schemeClr val="bg1"/>
                </a:solidFill>
              </a:rPr>
              <a:t>Il risultato: percorsi opachi, promozioni imprevedibili, talent retention a rischio.</a:t>
            </a:r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5F5456B1-8D18-5084-2A5A-B930233F1B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883" y="519167"/>
            <a:ext cx="10058400" cy="790254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it-IT" sz="4000" b="1"/>
              <a:t>Il Problema</a:t>
            </a:r>
          </a:p>
        </p:txBody>
      </p:sp>
      <p:pic>
        <p:nvPicPr>
          <p:cNvPr id="12" name="Elemento grafico 11">
            <a:extLst>
              <a:ext uri="{FF2B5EF4-FFF2-40B4-BE49-F238E27FC236}">
                <a16:creationId xmlns:a16="http://schemas.microsoft.com/office/drawing/2014/main" id="{BA26112D-5D50-E3D3-DAAB-C494B290FA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883" y="392685"/>
            <a:ext cx="850574" cy="85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159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o 21">
            <a:extLst>
              <a:ext uri="{FF2B5EF4-FFF2-40B4-BE49-F238E27FC236}">
                <a16:creationId xmlns:a16="http://schemas.microsoft.com/office/drawing/2014/main" id="{FBA481B1-BB90-E4CD-E0F0-063C9677515C}"/>
              </a:ext>
            </a:extLst>
          </p:cNvPr>
          <p:cNvGrpSpPr/>
          <p:nvPr/>
        </p:nvGrpSpPr>
        <p:grpSpPr>
          <a:xfrm>
            <a:off x="3752156" y="2930576"/>
            <a:ext cx="495696" cy="495696"/>
            <a:chOff x="2214910" y="711500"/>
            <a:chExt cx="1173144" cy="1173144"/>
          </a:xfrm>
          <a:solidFill>
            <a:srgbClr val="0296CD"/>
          </a:solidFill>
        </p:grpSpPr>
        <p:sp>
          <p:nvSpPr>
            <p:cNvPr id="23" name="Ovale 22">
              <a:extLst>
                <a:ext uri="{FF2B5EF4-FFF2-40B4-BE49-F238E27FC236}">
                  <a16:creationId xmlns:a16="http://schemas.microsoft.com/office/drawing/2014/main" id="{EC66A579-C9EA-5FF9-B809-877A54055923}"/>
                </a:ext>
              </a:extLst>
            </p:cNvPr>
            <p:cNvSpPr/>
            <p:nvPr/>
          </p:nvSpPr>
          <p:spPr>
            <a:xfrm>
              <a:off x="2214910" y="711500"/>
              <a:ext cx="1173144" cy="1173144"/>
            </a:xfrm>
            <a:prstGeom prst="ellips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4" name="Ovale 4">
              <a:extLst>
                <a:ext uri="{FF2B5EF4-FFF2-40B4-BE49-F238E27FC236}">
                  <a16:creationId xmlns:a16="http://schemas.microsoft.com/office/drawing/2014/main" id="{B2EC8F6A-0B7B-6B00-4296-FB60488A74B2}"/>
                </a:ext>
              </a:extLst>
            </p:cNvPr>
            <p:cNvSpPr txBox="1"/>
            <p:nvPr/>
          </p:nvSpPr>
          <p:spPr>
            <a:xfrm>
              <a:off x="2386713" y="883303"/>
              <a:ext cx="829538" cy="82953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0" tIns="63500" rIns="63500" bIns="63500" numCol="1" spcCol="1270" anchor="ctr" anchorCtr="0">
              <a:noAutofit/>
            </a:bodyPr>
            <a:lstStyle/>
            <a:p>
              <a:pPr lvl="0" algn="ctr" defTabSz="2222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it-IT" sz="5000" kern="1200"/>
            </a:p>
          </p:txBody>
        </p:sp>
      </p:grp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DA57E1A5-6A8D-1BD5-772B-20B7DBE0FCBB}"/>
              </a:ext>
            </a:extLst>
          </p:cNvPr>
          <p:cNvGrpSpPr/>
          <p:nvPr/>
        </p:nvGrpSpPr>
        <p:grpSpPr>
          <a:xfrm>
            <a:off x="3752156" y="4066004"/>
            <a:ext cx="495696" cy="495696"/>
            <a:chOff x="2214910" y="711500"/>
            <a:chExt cx="1173144" cy="1173144"/>
          </a:xfrm>
          <a:solidFill>
            <a:srgbClr val="0296CD"/>
          </a:solidFill>
        </p:grpSpPr>
        <p:sp>
          <p:nvSpPr>
            <p:cNvPr id="27" name="Ovale 26">
              <a:extLst>
                <a:ext uri="{FF2B5EF4-FFF2-40B4-BE49-F238E27FC236}">
                  <a16:creationId xmlns:a16="http://schemas.microsoft.com/office/drawing/2014/main" id="{9156A98B-FA49-E98B-584B-CC5C20C7C975}"/>
                </a:ext>
              </a:extLst>
            </p:cNvPr>
            <p:cNvSpPr/>
            <p:nvPr/>
          </p:nvSpPr>
          <p:spPr>
            <a:xfrm>
              <a:off x="2214910" y="711500"/>
              <a:ext cx="1173144" cy="1173144"/>
            </a:xfrm>
            <a:prstGeom prst="ellips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8" name="Ovale 4">
              <a:extLst>
                <a:ext uri="{FF2B5EF4-FFF2-40B4-BE49-F238E27FC236}">
                  <a16:creationId xmlns:a16="http://schemas.microsoft.com/office/drawing/2014/main" id="{9ED41DC2-FD2E-E65E-AEB4-76BFAC36223F}"/>
                </a:ext>
              </a:extLst>
            </p:cNvPr>
            <p:cNvSpPr txBox="1"/>
            <p:nvPr/>
          </p:nvSpPr>
          <p:spPr>
            <a:xfrm>
              <a:off x="2386713" y="883303"/>
              <a:ext cx="829538" cy="82953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0" tIns="63500" rIns="63500" bIns="63500" numCol="1" spcCol="1270" anchor="ctr" anchorCtr="0">
              <a:noAutofit/>
            </a:bodyPr>
            <a:lstStyle/>
            <a:p>
              <a:pPr lvl="0" algn="ctr" defTabSz="2222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it-IT" sz="5000" kern="1200"/>
            </a:p>
          </p:txBody>
        </p:sp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6AEAB927-0621-5ECE-2572-880126DCEEFC}"/>
              </a:ext>
            </a:extLst>
          </p:cNvPr>
          <p:cNvGrpSpPr/>
          <p:nvPr/>
        </p:nvGrpSpPr>
        <p:grpSpPr>
          <a:xfrm>
            <a:off x="3752156" y="5186486"/>
            <a:ext cx="495696" cy="495696"/>
            <a:chOff x="2214910" y="711500"/>
            <a:chExt cx="1173144" cy="1173144"/>
          </a:xfrm>
          <a:solidFill>
            <a:srgbClr val="0296CD"/>
          </a:solidFill>
        </p:grpSpPr>
        <p:sp>
          <p:nvSpPr>
            <p:cNvPr id="31" name="Ovale 30">
              <a:extLst>
                <a:ext uri="{FF2B5EF4-FFF2-40B4-BE49-F238E27FC236}">
                  <a16:creationId xmlns:a16="http://schemas.microsoft.com/office/drawing/2014/main" id="{73613D22-6696-9CDC-79BA-AF1D8BCBCA49}"/>
                </a:ext>
              </a:extLst>
            </p:cNvPr>
            <p:cNvSpPr/>
            <p:nvPr/>
          </p:nvSpPr>
          <p:spPr>
            <a:xfrm>
              <a:off x="2214910" y="711500"/>
              <a:ext cx="1173144" cy="1173144"/>
            </a:xfrm>
            <a:prstGeom prst="ellips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32" name="Ovale 4">
              <a:extLst>
                <a:ext uri="{FF2B5EF4-FFF2-40B4-BE49-F238E27FC236}">
                  <a16:creationId xmlns:a16="http://schemas.microsoft.com/office/drawing/2014/main" id="{C0810B80-3F4A-875B-54CF-4832AB37F360}"/>
                </a:ext>
              </a:extLst>
            </p:cNvPr>
            <p:cNvSpPr txBox="1"/>
            <p:nvPr/>
          </p:nvSpPr>
          <p:spPr>
            <a:xfrm>
              <a:off x="2386713" y="883303"/>
              <a:ext cx="829538" cy="82953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0" tIns="63500" rIns="63500" bIns="63500" numCol="1" spcCol="1270" anchor="ctr" anchorCtr="0">
              <a:noAutofit/>
            </a:bodyPr>
            <a:lstStyle/>
            <a:p>
              <a:pPr lvl="0" algn="ctr" defTabSz="2222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it-IT" sz="5000" kern="1200">
                <a:solidFill>
                  <a:schemeClr val="bg1"/>
                </a:solidFill>
              </a:endParaRPr>
            </a:p>
          </p:txBody>
        </p:sp>
      </p:grp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880A6D10-5F18-3BB9-EB47-48BD7FF263CC}"/>
              </a:ext>
            </a:extLst>
          </p:cNvPr>
          <p:cNvSpPr txBox="1"/>
          <p:nvPr/>
        </p:nvSpPr>
        <p:spPr>
          <a:xfrm>
            <a:off x="3794272" y="2916814"/>
            <a:ext cx="423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1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9621F4BA-F387-673A-6A7F-E862AEE66738}"/>
              </a:ext>
            </a:extLst>
          </p:cNvPr>
          <p:cNvSpPr txBox="1"/>
          <p:nvPr/>
        </p:nvSpPr>
        <p:spPr>
          <a:xfrm>
            <a:off x="3794272" y="4052242"/>
            <a:ext cx="423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2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CAC29E82-17E9-DAED-FD9C-07FDEF2702F3}"/>
              </a:ext>
            </a:extLst>
          </p:cNvPr>
          <p:cNvSpPr txBox="1"/>
          <p:nvPr/>
        </p:nvSpPr>
        <p:spPr>
          <a:xfrm>
            <a:off x="3794272" y="5172724"/>
            <a:ext cx="423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3</a:t>
            </a:r>
          </a:p>
        </p:txBody>
      </p:sp>
      <p:sp>
        <p:nvSpPr>
          <p:cNvPr id="4" name="Titolo 2">
            <a:extLst>
              <a:ext uri="{FF2B5EF4-FFF2-40B4-BE49-F238E27FC236}">
                <a16:creationId xmlns:a16="http://schemas.microsoft.com/office/drawing/2014/main" id="{AE6FB7D6-A573-B8B5-F2E0-B51AC6638E8B}"/>
              </a:ext>
            </a:extLst>
          </p:cNvPr>
          <p:cNvSpPr txBox="1">
            <a:spLocks/>
          </p:cNvSpPr>
          <p:nvPr/>
        </p:nvSpPr>
        <p:spPr>
          <a:xfrm>
            <a:off x="6183265" y="1027906"/>
            <a:ext cx="37054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pPr algn="ctr"/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F8B5D131-A7B9-EDE1-EDAA-9605A90C189B}"/>
              </a:ext>
            </a:extLst>
          </p:cNvPr>
          <p:cNvGrpSpPr/>
          <p:nvPr/>
        </p:nvGrpSpPr>
        <p:grpSpPr>
          <a:xfrm>
            <a:off x="7852780" y="2930576"/>
            <a:ext cx="495696" cy="495696"/>
            <a:chOff x="2214910" y="711500"/>
            <a:chExt cx="1173144" cy="1173144"/>
          </a:xfrm>
          <a:solidFill>
            <a:srgbClr val="F68121"/>
          </a:solidFill>
        </p:grpSpPr>
        <p:sp>
          <p:nvSpPr>
            <p:cNvPr id="6" name="Ovale 5">
              <a:extLst>
                <a:ext uri="{FF2B5EF4-FFF2-40B4-BE49-F238E27FC236}">
                  <a16:creationId xmlns:a16="http://schemas.microsoft.com/office/drawing/2014/main" id="{5FED6EB4-D6DC-C28E-E055-9547EAA2789E}"/>
                </a:ext>
              </a:extLst>
            </p:cNvPr>
            <p:cNvSpPr/>
            <p:nvPr/>
          </p:nvSpPr>
          <p:spPr>
            <a:xfrm>
              <a:off x="2214910" y="711500"/>
              <a:ext cx="1173144" cy="1173144"/>
            </a:xfrm>
            <a:prstGeom prst="ellips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7" name="Ovale 4">
              <a:extLst>
                <a:ext uri="{FF2B5EF4-FFF2-40B4-BE49-F238E27FC236}">
                  <a16:creationId xmlns:a16="http://schemas.microsoft.com/office/drawing/2014/main" id="{B579366C-56B4-73DA-7684-2E8D0AA37BEB}"/>
                </a:ext>
              </a:extLst>
            </p:cNvPr>
            <p:cNvSpPr txBox="1"/>
            <p:nvPr/>
          </p:nvSpPr>
          <p:spPr>
            <a:xfrm>
              <a:off x="2386713" y="883303"/>
              <a:ext cx="829538" cy="82953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0" tIns="63500" rIns="63500" bIns="63500" numCol="1" spcCol="1270" anchor="ctr" anchorCtr="0">
              <a:noAutofit/>
            </a:bodyPr>
            <a:lstStyle/>
            <a:p>
              <a:pPr lvl="0" algn="ctr" defTabSz="2222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it-IT" sz="5000" kern="1200"/>
            </a:p>
          </p:txBody>
        </p:sp>
      </p:grp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2B682C0-A29E-E2C3-DDD4-7A1248877194}"/>
              </a:ext>
            </a:extLst>
          </p:cNvPr>
          <p:cNvSpPr txBox="1"/>
          <p:nvPr/>
        </p:nvSpPr>
        <p:spPr>
          <a:xfrm>
            <a:off x="7894896" y="2916814"/>
            <a:ext cx="423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1</a:t>
            </a: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A6951BDE-54AC-43FB-7BC0-FF00275F0C20}"/>
              </a:ext>
            </a:extLst>
          </p:cNvPr>
          <p:cNvGrpSpPr/>
          <p:nvPr/>
        </p:nvGrpSpPr>
        <p:grpSpPr>
          <a:xfrm>
            <a:off x="7852780" y="4066004"/>
            <a:ext cx="495696" cy="495696"/>
            <a:chOff x="2214910" y="711500"/>
            <a:chExt cx="1173144" cy="1173144"/>
          </a:xfrm>
          <a:solidFill>
            <a:srgbClr val="F68121"/>
          </a:solidFill>
        </p:grpSpPr>
        <p:sp>
          <p:nvSpPr>
            <p:cNvPr id="10" name="Ovale 9">
              <a:extLst>
                <a:ext uri="{FF2B5EF4-FFF2-40B4-BE49-F238E27FC236}">
                  <a16:creationId xmlns:a16="http://schemas.microsoft.com/office/drawing/2014/main" id="{5F8A0C4E-8165-62BB-4F41-2540B3169310}"/>
                </a:ext>
              </a:extLst>
            </p:cNvPr>
            <p:cNvSpPr/>
            <p:nvPr/>
          </p:nvSpPr>
          <p:spPr>
            <a:xfrm>
              <a:off x="2214910" y="711500"/>
              <a:ext cx="1173144" cy="1173144"/>
            </a:xfrm>
            <a:prstGeom prst="ellips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1" name="Ovale 4">
              <a:extLst>
                <a:ext uri="{FF2B5EF4-FFF2-40B4-BE49-F238E27FC236}">
                  <a16:creationId xmlns:a16="http://schemas.microsoft.com/office/drawing/2014/main" id="{23F44CCF-7D3F-E403-C83E-A9BB5CCE485C}"/>
                </a:ext>
              </a:extLst>
            </p:cNvPr>
            <p:cNvSpPr txBox="1"/>
            <p:nvPr/>
          </p:nvSpPr>
          <p:spPr>
            <a:xfrm>
              <a:off x="2386713" y="883303"/>
              <a:ext cx="829538" cy="82953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0" tIns="63500" rIns="63500" bIns="63500" numCol="1" spcCol="1270" anchor="ctr" anchorCtr="0">
              <a:noAutofit/>
            </a:bodyPr>
            <a:lstStyle/>
            <a:p>
              <a:pPr lvl="0" algn="ctr" defTabSz="2222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it-IT" sz="5000" kern="1200"/>
            </a:p>
          </p:txBody>
        </p:sp>
      </p:grp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146064F-476D-A682-F93A-C28FBC00E380}"/>
              </a:ext>
            </a:extLst>
          </p:cNvPr>
          <p:cNvSpPr txBox="1"/>
          <p:nvPr/>
        </p:nvSpPr>
        <p:spPr>
          <a:xfrm>
            <a:off x="7894896" y="4052242"/>
            <a:ext cx="423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2</a:t>
            </a:r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EE14A7CA-F286-E38E-FE95-7CC43A8CF318}"/>
              </a:ext>
            </a:extLst>
          </p:cNvPr>
          <p:cNvGrpSpPr/>
          <p:nvPr/>
        </p:nvGrpSpPr>
        <p:grpSpPr>
          <a:xfrm>
            <a:off x="7852780" y="5186486"/>
            <a:ext cx="495696" cy="495696"/>
            <a:chOff x="2214910" y="711500"/>
            <a:chExt cx="1173144" cy="1173144"/>
          </a:xfrm>
          <a:solidFill>
            <a:srgbClr val="F68121"/>
          </a:solidFill>
        </p:grpSpPr>
        <p:sp>
          <p:nvSpPr>
            <p:cNvPr id="14" name="Ovale 13">
              <a:extLst>
                <a:ext uri="{FF2B5EF4-FFF2-40B4-BE49-F238E27FC236}">
                  <a16:creationId xmlns:a16="http://schemas.microsoft.com/office/drawing/2014/main" id="{C7B3A622-F8B3-4536-D03D-379921DE5353}"/>
                </a:ext>
              </a:extLst>
            </p:cNvPr>
            <p:cNvSpPr/>
            <p:nvPr/>
          </p:nvSpPr>
          <p:spPr>
            <a:xfrm>
              <a:off x="2214910" y="711500"/>
              <a:ext cx="1173144" cy="1173144"/>
            </a:xfrm>
            <a:prstGeom prst="ellips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5" name="Ovale 4">
              <a:extLst>
                <a:ext uri="{FF2B5EF4-FFF2-40B4-BE49-F238E27FC236}">
                  <a16:creationId xmlns:a16="http://schemas.microsoft.com/office/drawing/2014/main" id="{7C53C2D9-70E9-FDA8-C740-5BC0B2BEFD25}"/>
                </a:ext>
              </a:extLst>
            </p:cNvPr>
            <p:cNvSpPr txBox="1"/>
            <p:nvPr/>
          </p:nvSpPr>
          <p:spPr>
            <a:xfrm>
              <a:off x="2386713" y="883303"/>
              <a:ext cx="829538" cy="82953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0" tIns="63500" rIns="63500" bIns="63500" numCol="1" spcCol="1270" anchor="ctr" anchorCtr="0">
              <a:noAutofit/>
            </a:bodyPr>
            <a:lstStyle/>
            <a:p>
              <a:pPr lvl="0" algn="ctr" defTabSz="2222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it-IT" sz="5000" kern="1200">
                <a:solidFill>
                  <a:schemeClr val="bg1"/>
                </a:solidFill>
              </a:endParaRPr>
            </a:p>
          </p:txBody>
        </p:sp>
      </p:grp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B3BD2612-5D99-D0BC-0CB2-7899FF1A1DE0}"/>
              </a:ext>
            </a:extLst>
          </p:cNvPr>
          <p:cNvSpPr txBox="1"/>
          <p:nvPr/>
        </p:nvSpPr>
        <p:spPr>
          <a:xfrm>
            <a:off x="7894896" y="5172724"/>
            <a:ext cx="423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3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A3D27A20-AF43-FFC7-6EF7-DA3F1E171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854" y="2426062"/>
            <a:ext cx="2254376" cy="247345"/>
          </a:xfrm>
          <a:prstGeom prst="rect">
            <a:avLst/>
          </a:prstGeom>
        </p:spPr>
      </p:pic>
      <p:sp>
        <p:nvSpPr>
          <p:cNvPr id="18" name="Rettangolo 17">
            <a:extLst>
              <a:ext uri="{FF2B5EF4-FFF2-40B4-BE49-F238E27FC236}">
                <a16:creationId xmlns:a16="http://schemas.microsoft.com/office/drawing/2014/main" id="{BFB85852-8999-3EB9-DA9D-02546F1131DC}"/>
              </a:ext>
            </a:extLst>
          </p:cNvPr>
          <p:cNvSpPr/>
          <p:nvPr/>
        </p:nvSpPr>
        <p:spPr>
          <a:xfrm>
            <a:off x="6516024" y="3116138"/>
            <a:ext cx="3160038" cy="819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1650">
                <a:solidFill>
                  <a:schemeClr val="tx1"/>
                </a:solidFill>
              </a:rPr>
              <a:t>Cardine importa il tuo profilo dalla piattaforma interna e estrae le tue competenze reali tramite AI.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35A0723A-71E8-44FE-7CDB-EEB6F0FDEAF9}"/>
              </a:ext>
            </a:extLst>
          </p:cNvPr>
          <p:cNvSpPr/>
          <p:nvPr/>
        </p:nvSpPr>
        <p:spPr>
          <a:xfrm>
            <a:off x="6516024" y="4291038"/>
            <a:ext cx="3160038" cy="819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1650">
                <a:solidFill>
                  <a:schemeClr val="tx1"/>
                </a:solidFill>
              </a:rPr>
              <a:t>Cardine calcola il tuo Proximity Score verso ogni ruolo: sei al 78% da Team Lead, al 61% da Solution Architect.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E8838B5-D233-731D-47D6-E3F30623B009}"/>
              </a:ext>
            </a:extLst>
          </p:cNvPr>
          <p:cNvSpPr/>
          <p:nvPr/>
        </p:nvSpPr>
        <p:spPr>
          <a:xfrm>
            <a:off x="6516024" y="5434334"/>
            <a:ext cx="3160038" cy="819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1650">
                <a:solidFill>
                  <a:schemeClr val="tx1"/>
                </a:solidFill>
              </a:rPr>
              <a:t>LLM genera in tempo reale un percorso strutturato: corsi, certificazioni e milestone operative. Raffinabile con un semplice input.</a:t>
            </a:r>
          </a:p>
        </p:txBody>
      </p:sp>
      <p:sp>
        <p:nvSpPr>
          <p:cNvPr id="21" name="Titolo 2">
            <a:extLst>
              <a:ext uri="{FF2B5EF4-FFF2-40B4-BE49-F238E27FC236}">
                <a16:creationId xmlns:a16="http://schemas.microsoft.com/office/drawing/2014/main" id="{60BF1393-A47A-B91A-FA1D-E75539D3D7EC}"/>
              </a:ext>
            </a:extLst>
          </p:cNvPr>
          <p:cNvSpPr txBox="1">
            <a:spLocks/>
          </p:cNvSpPr>
          <p:nvPr/>
        </p:nvSpPr>
        <p:spPr>
          <a:xfrm>
            <a:off x="2082641" y="1027906"/>
            <a:ext cx="37054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pPr algn="ctr"/>
            <a:r>
              <a:rPr lang="it-IT" sz="4000"/>
              <a:t>Come funziona Cardine</a:t>
            </a:r>
          </a:p>
        </p:txBody>
      </p:sp>
      <p:pic>
        <p:nvPicPr>
          <p:cNvPr id="34" name="Immagine 33">
            <a:extLst>
              <a:ext uri="{FF2B5EF4-FFF2-40B4-BE49-F238E27FC236}">
                <a16:creationId xmlns:a16="http://schemas.microsoft.com/office/drawing/2014/main" id="{596A4CA1-71D6-7123-4BDE-12FEF328C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230" y="2426062"/>
            <a:ext cx="2254376" cy="247345"/>
          </a:xfrm>
          <a:prstGeom prst="rect">
            <a:avLst/>
          </a:prstGeom>
        </p:spPr>
      </p:pic>
      <p:sp>
        <p:nvSpPr>
          <p:cNvPr id="35" name="Rettangolo 34">
            <a:extLst>
              <a:ext uri="{FF2B5EF4-FFF2-40B4-BE49-F238E27FC236}">
                <a16:creationId xmlns:a16="http://schemas.microsoft.com/office/drawing/2014/main" id="{A33F5CF8-35C8-EA06-6FE0-F7896A5C75C5}"/>
              </a:ext>
            </a:extLst>
          </p:cNvPr>
          <p:cNvSpPr/>
          <p:nvPr/>
        </p:nvSpPr>
        <p:spPr>
          <a:xfrm>
            <a:off x="2415400" y="3116138"/>
            <a:ext cx="3160038" cy="819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2400" b="1">
                <a:solidFill>
                  <a:schemeClr val="tx1"/>
                </a:solidFill>
              </a:rPr>
              <a:t>Da dove sei</a:t>
            </a:r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329BBD93-E06E-ACC9-EEE7-4E2E77BEC7A7}"/>
              </a:ext>
            </a:extLst>
          </p:cNvPr>
          <p:cNvSpPr/>
          <p:nvPr/>
        </p:nvSpPr>
        <p:spPr>
          <a:xfrm>
            <a:off x="2415400" y="4291038"/>
            <a:ext cx="3160038" cy="819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2400" b="1">
                <a:solidFill>
                  <a:schemeClr val="tx1"/>
                </a:solidFill>
              </a:rPr>
              <a:t>Gap Analysis</a:t>
            </a:r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EB4028B8-538B-7E30-F0F6-0F850B88CAE0}"/>
              </a:ext>
            </a:extLst>
          </p:cNvPr>
          <p:cNvSpPr/>
          <p:nvPr/>
        </p:nvSpPr>
        <p:spPr>
          <a:xfrm>
            <a:off x="2415400" y="5434334"/>
            <a:ext cx="3160038" cy="819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2400" b="1">
                <a:solidFill>
                  <a:schemeClr val="tx1"/>
                </a:solidFill>
              </a:rPr>
              <a:t>Roadmap Personale</a:t>
            </a:r>
          </a:p>
        </p:txBody>
      </p:sp>
      <p:sp>
        <p:nvSpPr>
          <p:cNvPr id="40" name="Titolo 39">
            <a:extLst>
              <a:ext uri="{FF2B5EF4-FFF2-40B4-BE49-F238E27FC236}">
                <a16:creationId xmlns:a16="http://schemas.microsoft.com/office/drawing/2014/main" id="{A13BAEAD-2D87-06FD-99A7-798B67B6B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22" y="365125"/>
            <a:ext cx="10058400" cy="662781"/>
          </a:xfrm>
        </p:spPr>
        <p:txBody>
          <a:bodyPr/>
          <a:lstStyle/>
          <a:p>
            <a:r>
              <a:rPr lang="it-IT" sz="3600" b="1"/>
              <a:t>Il Differenziatore</a:t>
            </a:r>
          </a:p>
        </p:txBody>
      </p:sp>
    </p:spTree>
    <p:extLst>
      <p:ext uri="{BB962C8B-B14F-4D97-AF65-F5344CB8AC3E}">
        <p14:creationId xmlns:p14="http://schemas.microsoft.com/office/powerpoint/2010/main" val="16494440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849768" y="2801939"/>
            <a:ext cx="10492464" cy="125412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it-IT" sz="4800" b="1" dirty="0">
                <a:solidFill>
                  <a:schemeClr val="tx1"/>
                </a:solidFill>
              </a:rPr>
              <a:t>02 — La Soluzione</a:t>
            </a:r>
          </a:p>
        </p:txBody>
      </p:sp>
    </p:spTree>
    <p:extLst>
      <p:ext uri="{BB962C8B-B14F-4D97-AF65-F5344CB8AC3E}">
        <p14:creationId xmlns:p14="http://schemas.microsoft.com/office/powerpoint/2010/main" val="33479498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mond 5">
            <a:extLst>
              <a:ext uri="{FF2B5EF4-FFF2-40B4-BE49-F238E27FC236}">
                <a16:creationId xmlns:a16="http://schemas.microsoft.com/office/drawing/2014/main" id="{40DC8C79-3964-45BE-9E6D-25906DA19615}"/>
              </a:ext>
            </a:extLst>
          </p:cNvPr>
          <p:cNvSpPr/>
          <p:nvPr/>
        </p:nvSpPr>
        <p:spPr>
          <a:xfrm>
            <a:off x="1760032" y="452355"/>
            <a:ext cx="357266" cy="358322"/>
          </a:xfrm>
          <a:custGeom>
            <a:avLst/>
            <a:gdLst/>
            <a:ahLst/>
            <a:cxnLst/>
            <a:rect l="l" t="t" r="r" b="b"/>
            <a:pathLst>
              <a:path w="3240001" h="3249575">
                <a:moveTo>
                  <a:pt x="1275349" y="2002569"/>
                </a:moveTo>
                <a:lnTo>
                  <a:pt x="1625117" y="2233002"/>
                </a:lnTo>
                <a:lnTo>
                  <a:pt x="1968772" y="2006596"/>
                </a:lnTo>
                <a:lnTo>
                  <a:pt x="3240001" y="3249575"/>
                </a:lnTo>
                <a:lnTo>
                  <a:pt x="0" y="3249575"/>
                </a:lnTo>
                <a:close/>
                <a:moveTo>
                  <a:pt x="1067116" y="1473605"/>
                </a:moveTo>
                <a:lnTo>
                  <a:pt x="1067116" y="1581605"/>
                </a:lnTo>
                <a:lnTo>
                  <a:pt x="2183116" y="1581605"/>
                </a:lnTo>
                <a:lnTo>
                  <a:pt x="2183116" y="1473605"/>
                </a:lnTo>
                <a:close/>
                <a:moveTo>
                  <a:pt x="1067116" y="1267205"/>
                </a:moveTo>
                <a:lnTo>
                  <a:pt x="1067116" y="1375205"/>
                </a:lnTo>
                <a:lnTo>
                  <a:pt x="2183116" y="1375205"/>
                </a:lnTo>
                <a:lnTo>
                  <a:pt x="2183116" y="1267205"/>
                </a:lnTo>
                <a:close/>
                <a:moveTo>
                  <a:pt x="3240001" y="1172196"/>
                </a:moveTo>
                <a:lnTo>
                  <a:pt x="3240001" y="3142550"/>
                </a:lnTo>
                <a:lnTo>
                  <a:pt x="2026252" y="1968728"/>
                </a:lnTo>
                <a:lnTo>
                  <a:pt x="3049854" y="1294362"/>
                </a:lnTo>
                <a:close/>
                <a:moveTo>
                  <a:pt x="0" y="1172196"/>
                </a:moveTo>
                <a:lnTo>
                  <a:pt x="602850" y="1559516"/>
                </a:lnTo>
                <a:lnTo>
                  <a:pt x="1217896" y="1964719"/>
                </a:lnTo>
                <a:lnTo>
                  <a:pt x="0" y="3142550"/>
                </a:lnTo>
                <a:close/>
                <a:moveTo>
                  <a:pt x="1067116" y="1060805"/>
                </a:moveTo>
                <a:lnTo>
                  <a:pt x="1067116" y="1168805"/>
                </a:lnTo>
                <a:lnTo>
                  <a:pt x="2183116" y="1168805"/>
                </a:lnTo>
                <a:lnTo>
                  <a:pt x="2183116" y="1060805"/>
                </a:lnTo>
                <a:close/>
                <a:moveTo>
                  <a:pt x="869032" y="816137"/>
                </a:moveTo>
                <a:lnTo>
                  <a:pt x="2381200" y="816137"/>
                </a:lnTo>
                <a:lnTo>
                  <a:pt x="2381200" y="1623491"/>
                </a:lnTo>
                <a:lnTo>
                  <a:pt x="1668045" y="2093329"/>
                </a:lnTo>
                <a:lnTo>
                  <a:pt x="1625116" y="2121611"/>
                </a:lnTo>
                <a:lnTo>
                  <a:pt x="869032" y="1623491"/>
                </a:lnTo>
                <a:close/>
                <a:moveTo>
                  <a:pt x="1625116" y="0"/>
                </a:moveTo>
                <a:lnTo>
                  <a:pt x="3235286" y="1060806"/>
                </a:lnTo>
                <a:lnTo>
                  <a:pt x="2489212" y="1552331"/>
                </a:lnTo>
                <a:lnTo>
                  <a:pt x="2489212" y="708008"/>
                </a:lnTo>
                <a:lnTo>
                  <a:pt x="761020" y="708008"/>
                </a:lnTo>
                <a:lnTo>
                  <a:pt x="761020" y="1552331"/>
                </a:lnTo>
                <a:lnTo>
                  <a:pt x="14946" y="1060806"/>
                </a:ln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" name="Isosceles Triangle 51">
            <a:extLst>
              <a:ext uri="{FF2B5EF4-FFF2-40B4-BE49-F238E27FC236}">
                <a16:creationId xmlns:a16="http://schemas.microsoft.com/office/drawing/2014/main" id="{B79B55BE-747C-4959-A7B0-BC016912BFA1}"/>
              </a:ext>
            </a:extLst>
          </p:cNvPr>
          <p:cNvSpPr/>
          <p:nvPr/>
        </p:nvSpPr>
        <p:spPr>
          <a:xfrm>
            <a:off x="1187235" y="500524"/>
            <a:ext cx="357265" cy="261984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Isosceles Triangle 57">
            <a:extLst>
              <a:ext uri="{FF2B5EF4-FFF2-40B4-BE49-F238E27FC236}">
                <a16:creationId xmlns:a16="http://schemas.microsoft.com/office/drawing/2014/main" id="{83BE3181-14C2-4464-A388-641FBF728A79}"/>
              </a:ext>
            </a:extLst>
          </p:cNvPr>
          <p:cNvSpPr/>
          <p:nvPr/>
        </p:nvSpPr>
        <p:spPr>
          <a:xfrm>
            <a:off x="1761457" y="2520258"/>
            <a:ext cx="213843" cy="483435"/>
          </a:xfrm>
          <a:custGeom>
            <a:avLst/>
            <a:gdLst>
              <a:gd name="connsiteX0" fmla="*/ 1148449 w 1346449"/>
              <a:gd name="connsiteY0" fmla="*/ 2457725 h 3249725"/>
              <a:gd name="connsiteX1" fmla="*/ 198001 w 1346449"/>
              <a:gd name="connsiteY1" fmla="*/ 2457725 h 3249725"/>
              <a:gd name="connsiteX2" fmla="*/ 1 w 1346449"/>
              <a:gd name="connsiteY2" fmla="*/ 3249725 h 3249725"/>
              <a:gd name="connsiteX3" fmla="*/ 1346449 w 1346449"/>
              <a:gd name="connsiteY3" fmla="*/ 3249725 h 3249725"/>
              <a:gd name="connsiteX4" fmla="*/ 1148449 w 1346449"/>
              <a:gd name="connsiteY4" fmla="*/ 2457725 h 3249725"/>
              <a:gd name="connsiteX5" fmla="*/ 755186 w 1346449"/>
              <a:gd name="connsiteY5" fmla="*/ 82950 h 3249725"/>
              <a:gd name="connsiteX6" fmla="*/ 734449 w 1346449"/>
              <a:gd name="connsiteY6" fmla="*/ 1314594 h 3249725"/>
              <a:gd name="connsiteX7" fmla="*/ 853246 w 1346449"/>
              <a:gd name="connsiteY7" fmla="*/ 1483214 h 3249725"/>
              <a:gd name="connsiteX8" fmla="*/ 673226 w 1346449"/>
              <a:gd name="connsiteY8" fmla="*/ 1663234 h 3249725"/>
              <a:gd name="connsiteX9" fmla="*/ 493206 w 1346449"/>
              <a:gd name="connsiteY9" fmla="*/ 1483214 h 3249725"/>
              <a:gd name="connsiteX10" fmla="*/ 612000 w 1346449"/>
              <a:gd name="connsiteY10" fmla="*/ 1314595 h 3249725"/>
              <a:gd name="connsiteX11" fmla="*/ 612000 w 1346449"/>
              <a:gd name="connsiteY11" fmla="*/ 0 h 3249725"/>
              <a:gd name="connsiteX12" fmla="*/ 2939 w 1346449"/>
              <a:gd name="connsiteY12" fmla="*/ 1574694 h 3249725"/>
              <a:gd name="connsiteX13" fmla="*/ 0 w 1346449"/>
              <a:gd name="connsiteY13" fmla="*/ 1574694 h 3249725"/>
              <a:gd name="connsiteX14" fmla="*/ 2009 w 1346449"/>
              <a:gd name="connsiteY14" fmla="*/ 1577097 h 3249725"/>
              <a:gd name="connsiteX15" fmla="*/ 0 w 1346449"/>
              <a:gd name="connsiteY15" fmla="*/ 1582292 h 3249725"/>
              <a:gd name="connsiteX16" fmla="*/ 6353 w 1346449"/>
              <a:gd name="connsiteY16" fmla="*/ 1582292 h 3249725"/>
              <a:gd name="connsiteX17" fmla="*/ 273414 w 1346449"/>
              <a:gd name="connsiteY17" fmla="*/ 2376121 h 3249725"/>
              <a:gd name="connsiteX18" fmla="*/ 1091887 w 1346449"/>
              <a:gd name="connsiteY18" fmla="*/ 2366694 h 3249725"/>
              <a:gd name="connsiteX19" fmla="*/ 1340768 w 1346449"/>
              <a:gd name="connsiteY19" fmla="*/ 1582292 h 3249725"/>
              <a:gd name="connsiteX20" fmla="*/ 1346449 w 1346449"/>
              <a:gd name="connsiteY20" fmla="*/ 1582292 h 3249725"/>
              <a:gd name="connsiteX21" fmla="*/ 1344512 w 1346449"/>
              <a:gd name="connsiteY21" fmla="*/ 1577284 h 3249725"/>
              <a:gd name="connsiteX22" fmla="*/ 1346448 w 1346449"/>
              <a:gd name="connsiteY22" fmla="*/ 1574694 h 3249725"/>
              <a:gd name="connsiteX23" fmla="*/ 1343510 w 1346449"/>
              <a:gd name="connsiteY23" fmla="*/ 1574694 h 3249725"/>
              <a:gd name="connsiteX24" fmla="*/ 755186 w 1346449"/>
              <a:gd name="connsiteY24" fmla="*/ 82950 h 3249725"/>
              <a:gd name="connsiteX0" fmla="*/ 1148449 w 1346449"/>
              <a:gd name="connsiteY0" fmla="*/ 2374775 h 3166775"/>
              <a:gd name="connsiteX1" fmla="*/ 198001 w 1346449"/>
              <a:gd name="connsiteY1" fmla="*/ 2374775 h 3166775"/>
              <a:gd name="connsiteX2" fmla="*/ 1 w 1346449"/>
              <a:gd name="connsiteY2" fmla="*/ 3166775 h 3166775"/>
              <a:gd name="connsiteX3" fmla="*/ 1346449 w 1346449"/>
              <a:gd name="connsiteY3" fmla="*/ 3166775 h 3166775"/>
              <a:gd name="connsiteX4" fmla="*/ 1148449 w 1346449"/>
              <a:gd name="connsiteY4" fmla="*/ 2374775 h 3166775"/>
              <a:gd name="connsiteX5" fmla="*/ 755186 w 1346449"/>
              <a:gd name="connsiteY5" fmla="*/ 0 h 3166775"/>
              <a:gd name="connsiteX6" fmla="*/ 734449 w 1346449"/>
              <a:gd name="connsiteY6" fmla="*/ 1231644 h 3166775"/>
              <a:gd name="connsiteX7" fmla="*/ 853246 w 1346449"/>
              <a:gd name="connsiteY7" fmla="*/ 1400264 h 3166775"/>
              <a:gd name="connsiteX8" fmla="*/ 673226 w 1346449"/>
              <a:gd name="connsiteY8" fmla="*/ 1580284 h 3166775"/>
              <a:gd name="connsiteX9" fmla="*/ 493206 w 1346449"/>
              <a:gd name="connsiteY9" fmla="*/ 1400264 h 3166775"/>
              <a:gd name="connsiteX10" fmla="*/ 612000 w 1346449"/>
              <a:gd name="connsiteY10" fmla="*/ 1231645 h 3166775"/>
              <a:gd name="connsiteX11" fmla="*/ 591263 w 1346449"/>
              <a:gd name="connsiteY11" fmla="*/ 10368 h 3166775"/>
              <a:gd name="connsiteX12" fmla="*/ 2939 w 1346449"/>
              <a:gd name="connsiteY12" fmla="*/ 1491744 h 3166775"/>
              <a:gd name="connsiteX13" fmla="*/ 0 w 1346449"/>
              <a:gd name="connsiteY13" fmla="*/ 1491744 h 3166775"/>
              <a:gd name="connsiteX14" fmla="*/ 2009 w 1346449"/>
              <a:gd name="connsiteY14" fmla="*/ 1494147 h 3166775"/>
              <a:gd name="connsiteX15" fmla="*/ 0 w 1346449"/>
              <a:gd name="connsiteY15" fmla="*/ 1499342 h 3166775"/>
              <a:gd name="connsiteX16" fmla="*/ 6353 w 1346449"/>
              <a:gd name="connsiteY16" fmla="*/ 1499342 h 3166775"/>
              <a:gd name="connsiteX17" fmla="*/ 273414 w 1346449"/>
              <a:gd name="connsiteY17" fmla="*/ 2293171 h 3166775"/>
              <a:gd name="connsiteX18" fmla="*/ 1091887 w 1346449"/>
              <a:gd name="connsiteY18" fmla="*/ 2283744 h 3166775"/>
              <a:gd name="connsiteX19" fmla="*/ 1340768 w 1346449"/>
              <a:gd name="connsiteY19" fmla="*/ 1499342 h 3166775"/>
              <a:gd name="connsiteX20" fmla="*/ 1346449 w 1346449"/>
              <a:gd name="connsiteY20" fmla="*/ 1499342 h 3166775"/>
              <a:gd name="connsiteX21" fmla="*/ 1344512 w 1346449"/>
              <a:gd name="connsiteY21" fmla="*/ 1494334 h 3166775"/>
              <a:gd name="connsiteX22" fmla="*/ 1346448 w 1346449"/>
              <a:gd name="connsiteY22" fmla="*/ 1491744 h 3166775"/>
              <a:gd name="connsiteX23" fmla="*/ 1343510 w 1346449"/>
              <a:gd name="connsiteY23" fmla="*/ 1491744 h 3166775"/>
              <a:gd name="connsiteX24" fmla="*/ 755186 w 1346449"/>
              <a:gd name="connsiteY24" fmla="*/ 0 h 31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346449" h="3166775">
                <a:moveTo>
                  <a:pt x="1148449" y="2374775"/>
                </a:moveTo>
                <a:lnTo>
                  <a:pt x="198001" y="2374775"/>
                </a:lnTo>
                <a:lnTo>
                  <a:pt x="1" y="3166775"/>
                </a:lnTo>
                <a:lnTo>
                  <a:pt x="1346449" y="3166775"/>
                </a:lnTo>
                <a:lnTo>
                  <a:pt x="1148449" y="2374775"/>
                </a:lnTo>
                <a:close/>
                <a:moveTo>
                  <a:pt x="755186" y="0"/>
                </a:moveTo>
                <a:cubicBezTo>
                  <a:pt x="755186" y="438198"/>
                  <a:pt x="734449" y="793446"/>
                  <a:pt x="734449" y="1231644"/>
                </a:cubicBezTo>
                <a:cubicBezTo>
                  <a:pt x="803843" y="1256124"/>
                  <a:pt x="853246" y="1322425"/>
                  <a:pt x="853246" y="1400264"/>
                </a:cubicBezTo>
                <a:cubicBezTo>
                  <a:pt x="853246" y="1499686"/>
                  <a:pt x="772648" y="1580284"/>
                  <a:pt x="673226" y="1580284"/>
                </a:cubicBezTo>
                <a:cubicBezTo>
                  <a:pt x="573804" y="1580284"/>
                  <a:pt x="493206" y="1499686"/>
                  <a:pt x="493206" y="1400264"/>
                </a:cubicBezTo>
                <a:cubicBezTo>
                  <a:pt x="493206" y="1322426"/>
                  <a:pt x="542608" y="1256126"/>
                  <a:pt x="612000" y="1231645"/>
                </a:cubicBezTo>
                <a:lnTo>
                  <a:pt x="591263" y="10368"/>
                </a:lnTo>
                <a:lnTo>
                  <a:pt x="2939" y="1491744"/>
                </a:lnTo>
                <a:lnTo>
                  <a:pt x="0" y="1491744"/>
                </a:lnTo>
                <a:lnTo>
                  <a:pt x="2009" y="1494147"/>
                </a:lnTo>
                <a:lnTo>
                  <a:pt x="0" y="1499342"/>
                </a:lnTo>
                <a:lnTo>
                  <a:pt x="6353" y="1499342"/>
                </a:lnTo>
                <a:cubicBezTo>
                  <a:pt x="274151" y="1797289"/>
                  <a:pt x="320153" y="2031319"/>
                  <a:pt x="273414" y="2293171"/>
                </a:cubicBezTo>
                <a:lnTo>
                  <a:pt x="1091887" y="2283744"/>
                </a:lnTo>
                <a:cubicBezTo>
                  <a:pt x="1035756" y="1984266"/>
                  <a:pt x="1081794" y="1833397"/>
                  <a:pt x="1340768" y="1499342"/>
                </a:cubicBezTo>
                <a:lnTo>
                  <a:pt x="1346449" y="1499342"/>
                </a:lnTo>
                <a:lnTo>
                  <a:pt x="1344512" y="1494334"/>
                </a:lnTo>
                <a:cubicBezTo>
                  <a:pt x="1345124" y="1493447"/>
                  <a:pt x="1345785" y="1492596"/>
                  <a:pt x="1346448" y="1491744"/>
                </a:cubicBezTo>
                <a:lnTo>
                  <a:pt x="1343510" y="1491744"/>
                </a:lnTo>
                <a:cubicBezTo>
                  <a:pt x="1140490" y="966846"/>
                  <a:pt x="958206" y="524898"/>
                  <a:pt x="755186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025B9413-06DE-47AF-A557-FB9FC361BDCD}"/>
              </a:ext>
            </a:extLst>
          </p:cNvPr>
          <p:cNvSpPr/>
          <p:nvPr/>
        </p:nvSpPr>
        <p:spPr>
          <a:xfrm rot="18900000">
            <a:off x="4132250" y="1929095"/>
            <a:ext cx="154109" cy="343323"/>
          </a:xfrm>
          <a:custGeom>
            <a:avLst/>
            <a:gdLst/>
            <a:ahLst/>
            <a:cxnLst/>
            <a:rect l="l" t="t" r="r" b="b"/>
            <a:pathLst>
              <a:path w="154109" h="343323">
                <a:moveTo>
                  <a:pt x="102909" y="313772"/>
                </a:moveTo>
                <a:lnTo>
                  <a:pt x="102909" y="328547"/>
                </a:lnTo>
                <a:cubicBezTo>
                  <a:pt x="102909" y="336708"/>
                  <a:pt x="96294" y="343322"/>
                  <a:pt x="88133" y="343323"/>
                </a:cubicBezTo>
                <a:lnTo>
                  <a:pt x="65975" y="343322"/>
                </a:lnTo>
                <a:cubicBezTo>
                  <a:pt x="57814" y="343322"/>
                  <a:pt x="51199" y="336708"/>
                  <a:pt x="51199" y="328547"/>
                </a:cubicBezTo>
                <a:cubicBezTo>
                  <a:pt x="51199" y="323622"/>
                  <a:pt x="51200" y="318696"/>
                  <a:pt x="51200" y="313771"/>
                </a:cubicBezTo>
                <a:close/>
                <a:moveTo>
                  <a:pt x="123327" y="15459"/>
                </a:moveTo>
                <a:cubicBezTo>
                  <a:pt x="141678" y="29245"/>
                  <a:pt x="152926" y="50497"/>
                  <a:pt x="154008" y="73425"/>
                </a:cubicBezTo>
                <a:cubicBezTo>
                  <a:pt x="155089" y="96353"/>
                  <a:pt x="145890" y="118568"/>
                  <a:pt x="128916" y="134021"/>
                </a:cubicBezTo>
                <a:lnTo>
                  <a:pt x="119294" y="123450"/>
                </a:lnTo>
                <a:cubicBezTo>
                  <a:pt x="133118" y="110865"/>
                  <a:pt x="140611" y="92772"/>
                  <a:pt x="139730" y="74098"/>
                </a:cubicBezTo>
                <a:cubicBezTo>
                  <a:pt x="138850" y="55424"/>
                  <a:pt x="129689" y="38115"/>
                  <a:pt x="114743" y="26887"/>
                </a:cubicBezTo>
                <a:close/>
                <a:moveTo>
                  <a:pt x="136698" y="17411"/>
                </a:moveTo>
                <a:cubicBezTo>
                  <a:pt x="103758" y="-15529"/>
                  <a:pt x="50351" y="-15529"/>
                  <a:pt x="17412" y="17411"/>
                </a:cubicBezTo>
                <a:cubicBezTo>
                  <a:pt x="-15528" y="50351"/>
                  <a:pt x="-15528" y="103757"/>
                  <a:pt x="17412" y="136697"/>
                </a:cubicBezTo>
                <a:cubicBezTo>
                  <a:pt x="50351" y="169637"/>
                  <a:pt x="103758" y="169637"/>
                  <a:pt x="136698" y="136697"/>
                </a:cubicBezTo>
                <a:cubicBezTo>
                  <a:pt x="169637" y="103757"/>
                  <a:pt x="169637" y="50351"/>
                  <a:pt x="136698" y="17411"/>
                </a:cubicBezTo>
                <a:close/>
                <a:moveTo>
                  <a:pt x="154109" y="0"/>
                </a:moveTo>
                <a:cubicBezTo>
                  <a:pt x="196665" y="42556"/>
                  <a:pt x="196665" y="111552"/>
                  <a:pt x="154109" y="154108"/>
                </a:cubicBezTo>
                <a:cubicBezTo>
                  <a:pt x="139576" y="168641"/>
                  <a:pt x="121959" y="178211"/>
                  <a:pt x="102912" y="180994"/>
                </a:cubicBezTo>
                <a:lnTo>
                  <a:pt x="102912" y="308310"/>
                </a:lnTo>
                <a:lnTo>
                  <a:pt x="51197" y="308310"/>
                </a:lnTo>
                <a:lnTo>
                  <a:pt x="51197" y="180994"/>
                </a:lnTo>
                <a:cubicBezTo>
                  <a:pt x="32150" y="178211"/>
                  <a:pt x="14534" y="168641"/>
                  <a:pt x="0" y="154108"/>
                </a:cubicBezTo>
                <a:cubicBezTo>
                  <a:pt x="-42555" y="111552"/>
                  <a:pt x="-42555" y="42556"/>
                  <a:pt x="0" y="0"/>
                </a:cubicBezTo>
                <a:cubicBezTo>
                  <a:pt x="42556" y="-42556"/>
                  <a:pt x="111553" y="-42556"/>
                  <a:pt x="154109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Parallelogram 15">
            <a:extLst>
              <a:ext uri="{FF2B5EF4-FFF2-40B4-BE49-F238E27FC236}">
                <a16:creationId xmlns:a16="http://schemas.microsoft.com/office/drawing/2014/main" id="{E21F2774-B945-4024-9964-75CD59EA4F32}"/>
              </a:ext>
            </a:extLst>
          </p:cNvPr>
          <p:cNvSpPr/>
          <p:nvPr/>
        </p:nvSpPr>
        <p:spPr>
          <a:xfrm flipH="1">
            <a:off x="1182939" y="2603371"/>
            <a:ext cx="317209" cy="317209"/>
          </a:xfrm>
          <a:custGeom>
            <a:avLst/>
            <a:gdLst/>
            <a:ahLst/>
            <a:cxnLst/>
            <a:rect l="l" t="t" r="r" b="b"/>
            <a:pathLst>
              <a:path w="3242753" h="3227814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Freeform 19">
            <a:extLst>
              <a:ext uri="{FF2B5EF4-FFF2-40B4-BE49-F238E27FC236}">
                <a16:creationId xmlns:a16="http://schemas.microsoft.com/office/drawing/2014/main" id="{52F08ECD-8800-42CB-BDEA-E190428D4E46}"/>
              </a:ext>
            </a:extLst>
          </p:cNvPr>
          <p:cNvSpPr/>
          <p:nvPr/>
        </p:nvSpPr>
        <p:spPr>
          <a:xfrm>
            <a:off x="2875465" y="1920864"/>
            <a:ext cx="314672" cy="309626"/>
          </a:xfrm>
          <a:custGeom>
            <a:avLst/>
            <a:gdLst/>
            <a:ahLst/>
            <a:cxnLst/>
            <a:rect l="l" t="t" r="r" b="b"/>
            <a:pathLst>
              <a:path w="3214097" h="3162551">
                <a:moveTo>
                  <a:pt x="1014592" y="2306036"/>
                </a:moveTo>
                <a:cubicBezTo>
                  <a:pt x="854868" y="2306036"/>
                  <a:pt x="725386" y="2435518"/>
                  <a:pt x="725386" y="2595242"/>
                </a:cubicBezTo>
                <a:cubicBezTo>
                  <a:pt x="725386" y="2754966"/>
                  <a:pt x="854868" y="2884448"/>
                  <a:pt x="1014592" y="2884448"/>
                </a:cubicBezTo>
                <a:cubicBezTo>
                  <a:pt x="1174316" y="2884448"/>
                  <a:pt x="1303798" y="2754966"/>
                  <a:pt x="1303798" y="2595242"/>
                </a:cubicBezTo>
                <a:cubicBezTo>
                  <a:pt x="1303798" y="2435518"/>
                  <a:pt x="1174316" y="2306036"/>
                  <a:pt x="1014592" y="2306036"/>
                </a:cubicBezTo>
                <a:close/>
                <a:moveTo>
                  <a:pt x="481275" y="1691816"/>
                </a:moveTo>
                <a:cubicBezTo>
                  <a:pt x="321551" y="1691816"/>
                  <a:pt x="192069" y="1821298"/>
                  <a:pt x="192069" y="1981022"/>
                </a:cubicBezTo>
                <a:cubicBezTo>
                  <a:pt x="192069" y="2140746"/>
                  <a:pt x="321551" y="2270228"/>
                  <a:pt x="481275" y="2270228"/>
                </a:cubicBezTo>
                <a:cubicBezTo>
                  <a:pt x="640999" y="2270228"/>
                  <a:pt x="770481" y="2140746"/>
                  <a:pt x="770481" y="1981022"/>
                </a:cubicBezTo>
                <a:cubicBezTo>
                  <a:pt x="770481" y="1821298"/>
                  <a:pt x="640999" y="1691816"/>
                  <a:pt x="481275" y="1691816"/>
                </a:cubicBezTo>
                <a:close/>
                <a:moveTo>
                  <a:pt x="2764751" y="1113404"/>
                </a:moveTo>
                <a:cubicBezTo>
                  <a:pt x="2605027" y="1113404"/>
                  <a:pt x="2475545" y="1242886"/>
                  <a:pt x="2475545" y="1402610"/>
                </a:cubicBezTo>
                <a:cubicBezTo>
                  <a:pt x="2475545" y="1562334"/>
                  <a:pt x="2605027" y="1691816"/>
                  <a:pt x="2764751" y="1691816"/>
                </a:cubicBezTo>
                <a:cubicBezTo>
                  <a:pt x="2924475" y="1691816"/>
                  <a:pt x="3053957" y="1562334"/>
                  <a:pt x="3053957" y="1402610"/>
                </a:cubicBezTo>
                <a:cubicBezTo>
                  <a:pt x="3053957" y="1242886"/>
                  <a:pt x="2924475" y="1113404"/>
                  <a:pt x="2764751" y="1113404"/>
                </a:cubicBezTo>
                <a:close/>
                <a:moveTo>
                  <a:pt x="532503" y="881964"/>
                </a:moveTo>
                <a:cubicBezTo>
                  <a:pt x="372779" y="881964"/>
                  <a:pt x="243297" y="1011446"/>
                  <a:pt x="243297" y="1171170"/>
                </a:cubicBezTo>
                <a:cubicBezTo>
                  <a:pt x="243297" y="1330894"/>
                  <a:pt x="372779" y="1460376"/>
                  <a:pt x="532503" y="1460376"/>
                </a:cubicBezTo>
                <a:cubicBezTo>
                  <a:pt x="692227" y="1460376"/>
                  <a:pt x="821709" y="1330894"/>
                  <a:pt x="821709" y="1171170"/>
                </a:cubicBezTo>
                <a:cubicBezTo>
                  <a:pt x="821709" y="1011446"/>
                  <a:pt x="692227" y="881964"/>
                  <a:pt x="532503" y="881964"/>
                </a:cubicBezTo>
                <a:close/>
                <a:moveTo>
                  <a:pt x="1162143" y="321316"/>
                </a:moveTo>
                <a:cubicBezTo>
                  <a:pt x="1002419" y="321316"/>
                  <a:pt x="872937" y="450798"/>
                  <a:pt x="872937" y="610522"/>
                </a:cubicBezTo>
                <a:cubicBezTo>
                  <a:pt x="872937" y="770246"/>
                  <a:pt x="1002419" y="899728"/>
                  <a:pt x="1162143" y="899728"/>
                </a:cubicBezTo>
                <a:cubicBezTo>
                  <a:pt x="1321867" y="899728"/>
                  <a:pt x="1451349" y="770246"/>
                  <a:pt x="1451349" y="610522"/>
                </a:cubicBezTo>
                <a:cubicBezTo>
                  <a:pt x="1451349" y="450798"/>
                  <a:pt x="1321867" y="321316"/>
                  <a:pt x="1162143" y="321316"/>
                </a:cubicBezTo>
                <a:close/>
                <a:moveTo>
                  <a:pt x="1963447" y="177300"/>
                </a:moveTo>
                <a:cubicBezTo>
                  <a:pt x="1803723" y="177300"/>
                  <a:pt x="1674241" y="306782"/>
                  <a:pt x="1674241" y="466506"/>
                </a:cubicBezTo>
                <a:cubicBezTo>
                  <a:pt x="1674241" y="626230"/>
                  <a:pt x="1803723" y="755712"/>
                  <a:pt x="1963447" y="755712"/>
                </a:cubicBezTo>
                <a:cubicBezTo>
                  <a:pt x="2123171" y="755712"/>
                  <a:pt x="2252653" y="626230"/>
                  <a:pt x="2252653" y="466506"/>
                </a:cubicBezTo>
                <a:cubicBezTo>
                  <a:pt x="2252653" y="306782"/>
                  <a:pt x="2123171" y="177300"/>
                  <a:pt x="1963447" y="177300"/>
                </a:cubicBezTo>
                <a:close/>
                <a:moveTo>
                  <a:pt x="1752672" y="312"/>
                </a:moveTo>
                <a:cubicBezTo>
                  <a:pt x="1817888" y="-690"/>
                  <a:pt x="1885249" y="703"/>
                  <a:pt x="1954799" y="4657"/>
                </a:cubicBezTo>
                <a:cubicBezTo>
                  <a:pt x="2504015" y="53541"/>
                  <a:pt x="2975590" y="412975"/>
                  <a:pt x="3145244" y="944937"/>
                </a:cubicBezTo>
                <a:cubicBezTo>
                  <a:pt x="3412664" y="2126757"/>
                  <a:pt x="2837568" y="2017487"/>
                  <a:pt x="2506889" y="1867964"/>
                </a:cubicBezTo>
                <a:cubicBezTo>
                  <a:pt x="1580987" y="1673869"/>
                  <a:pt x="2725425" y="3197869"/>
                  <a:pt x="1014520" y="3161925"/>
                </a:cubicBezTo>
                <a:cubicBezTo>
                  <a:pt x="-14898" y="3061283"/>
                  <a:pt x="-138545" y="1873713"/>
                  <a:pt x="108747" y="1100212"/>
                </a:cubicBezTo>
                <a:cubicBezTo>
                  <a:pt x="278579" y="569148"/>
                  <a:pt x="774429" y="15339"/>
                  <a:pt x="1752672" y="312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Rectangle 30">
            <a:extLst>
              <a:ext uri="{FF2B5EF4-FFF2-40B4-BE49-F238E27FC236}">
                <a16:creationId xmlns:a16="http://schemas.microsoft.com/office/drawing/2014/main" id="{3EAA0A22-3701-4EBD-AA2A-D238CD9D0554}"/>
              </a:ext>
            </a:extLst>
          </p:cNvPr>
          <p:cNvSpPr/>
          <p:nvPr/>
        </p:nvSpPr>
        <p:spPr>
          <a:xfrm>
            <a:off x="5141574" y="1892222"/>
            <a:ext cx="317209" cy="316282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5762ECCD-474C-4280-BBF3-78E8FE3AFF5D}"/>
              </a:ext>
            </a:extLst>
          </p:cNvPr>
          <p:cNvSpPr/>
          <p:nvPr/>
        </p:nvSpPr>
        <p:spPr>
          <a:xfrm>
            <a:off x="2332830" y="470496"/>
            <a:ext cx="322040" cy="32204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73870F45-3C2D-404C-84FC-D4E71A9C1AC4}"/>
              </a:ext>
            </a:extLst>
          </p:cNvPr>
          <p:cNvSpPr/>
          <p:nvPr/>
        </p:nvSpPr>
        <p:spPr>
          <a:xfrm rot="5400000">
            <a:off x="2870188" y="470495"/>
            <a:ext cx="322469" cy="322042"/>
          </a:xfrm>
          <a:custGeom>
            <a:avLst/>
            <a:gdLst/>
            <a:ahLst/>
            <a:cxnLst/>
            <a:rect l="l" t="t" r="r" b="b"/>
            <a:pathLst>
              <a:path w="3244313" h="3240000">
                <a:moveTo>
                  <a:pt x="2055482" y="677891"/>
                </a:moveTo>
                <a:lnTo>
                  <a:pt x="2055482" y="209891"/>
                </a:lnTo>
                <a:lnTo>
                  <a:pt x="2919482" y="209891"/>
                </a:lnTo>
                <a:lnTo>
                  <a:pt x="2919482" y="677891"/>
                </a:lnTo>
                <a:close/>
                <a:moveTo>
                  <a:pt x="1695482" y="1397971"/>
                </a:moveTo>
                <a:lnTo>
                  <a:pt x="1695482" y="929971"/>
                </a:lnTo>
                <a:lnTo>
                  <a:pt x="2919482" y="929971"/>
                </a:lnTo>
                <a:lnTo>
                  <a:pt x="2919482" y="1397971"/>
                </a:lnTo>
                <a:close/>
                <a:moveTo>
                  <a:pt x="1335482" y="2118051"/>
                </a:moveTo>
                <a:lnTo>
                  <a:pt x="1335482" y="1650051"/>
                </a:lnTo>
                <a:lnTo>
                  <a:pt x="2919482" y="1650051"/>
                </a:lnTo>
                <a:lnTo>
                  <a:pt x="2919482" y="2118051"/>
                </a:lnTo>
                <a:close/>
                <a:moveTo>
                  <a:pt x="975482" y="2838131"/>
                </a:moveTo>
                <a:lnTo>
                  <a:pt x="975482" y="2370131"/>
                </a:lnTo>
                <a:lnTo>
                  <a:pt x="2919482" y="2370131"/>
                </a:lnTo>
                <a:lnTo>
                  <a:pt x="2919482" y="2838131"/>
                </a:lnTo>
                <a:close/>
                <a:moveTo>
                  <a:pt x="10788" y="2651034"/>
                </a:moveTo>
                <a:lnTo>
                  <a:pt x="1168116" y="646484"/>
                </a:lnTo>
                <a:lnTo>
                  <a:pt x="1038664" y="571745"/>
                </a:lnTo>
                <a:lnTo>
                  <a:pt x="1533856" y="311959"/>
                </a:lnTo>
                <a:lnTo>
                  <a:pt x="1556471" y="870701"/>
                </a:lnTo>
                <a:lnTo>
                  <a:pt x="1427019" y="795962"/>
                </a:lnTo>
                <a:lnTo>
                  <a:pt x="269691" y="2800512"/>
                </a:lnTo>
                <a:close/>
                <a:moveTo>
                  <a:pt x="0" y="3240000"/>
                </a:moveTo>
                <a:lnTo>
                  <a:pt x="0" y="3060000"/>
                </a:lnTo>
                <a:lnTo>
                  <a:pt x="3064313" y="3060000"/>
                </a:lnTo>
                <a:lnTo>
                  <a:pt x="3064313" y="0"/>
                </a:lnTo>
                <a:lnTo>
                  <a:pt x="3244313" y="0"/>
                </a:lnTo>
                <a:lnTo>
                  <a:pt x="3244313" y="3240000"/>
                </a:lnTo>
                <a:lnTo>
                  <a:pt x="3240000" y="3240000"/>
                </a:lnTo>
                <a:lnTo>
                  <a:pt x="3064313" y="3240000"/>
                </a:ln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Pie 24">
            <a:extLst>
              <a:ext uri="{FF2B5EF4-FFF2-40B4-BE49-F238E27FC236}">
                <a16:creationId xmlns:a16="http://schemas.microsoft.com/office/drawing/2014/main" id="{4A1FF869-46CA-475E-B575-E3B3E9B0270A}"/>
              </a:ext>
            </a:extLst>
          </p:cNvPr>
          <p:cNvSpPr/>
          <p:nvPr/>
        </p:nvSpPr>
        <p:spPr>
          <a:xfrm>
            <a:off x="2236609" y="2587715"/>
            <a:ext cx="350460" cy="348520"/>
          </a:xfrm>
          <a:custGeom>
            <a:avLst/>
            <a:gdLst/>
            <a:ahLst/>
            <a:cxnLst/>
            <a:rect l="l" t="t" r="r" b="b"/>
            <a:pathLst>
              <a:path w="3228711" h="3210836">
                <a:moveTo>
                  <a:pt x="351626" y="695968"/>
                </a:moveTo>
                <a:lnTo>
                  <a:pt x="1548007" y="1678300"/>
                </a:lnTo>
                <a:lnTo>
                  <a:pt x="236194" y="2500159"/>
                </a:lnTo>
                <a:cubicBezTo>
                  <a:pt x="-116985" y="1936431"/>
                  <a:pt x="-70514" y="1210092"/>
                  <a:pt x="351626" y="695968"/>
                </a:cubicBezTo>
                <a:close/>
                <a:moveTo>
                  <a:pt x="1957429" y="262366"/>
                </a:moveTo>
                <a:cubicBezTo>
                  <a:pt x="2634256" y="359480"/>
                  <a:pt x="3156733" y="907132"/>
                  <a:pt x="3221913" y="1587776"/>
                </a:cubicBezTo>
                <a:cubicBezTo>
                  <a:pt x="3287093" y="2268421"/>
                  <a:pt x="2878048" y="2905277"/>
                  <a:pt x="2231953" y="3129078"/>
                </a:cubicBezTo>
                <a:cubicBezTo>
                  <a:pt x="1585858" y="3352879"/>
                  <a:pt x="870522" y="3105497"/>
                  <a:pt x="500715" y="2530372"/>
                </a:cubicBezTo>
                <a:lnTo>
                  <a:pt x="1746987" y="1729019"/>
                </a:lnTo>
                <a:close/>
                <a:moveTo>
                  <a:pt x="1604447" y="200"/>
                </a:moveTo>
                <a:cubicBezTo>
                  <a:pt x="1665125" y="-778"/>
                  <a:pt x="1726175" y="1809"/>
                  <a:pt x="1787307" y="8072"/>
                </a:cubicBezTo>
                <a:lnTo>
                  <a:pt x="1629532" y="1548011"/>
                </a:lnTo>
                <a:lnTo>
                  <a:pt x="483856" y="506987"/>
                </a:lnTo>
                <a:cubicBezTo>
                  <a:pt x="773141" y="188622"/>
                  <a:pt x="1179697" y="7051"/>
                  <a:pt x="1604447" y="20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Parallelogram 30">
            <a:extLst>
              <a:ext uri="{FF2B5EF4-FFF2-40B4-BE49-F238E27FC236}">
                <a16:creationId xmlns:a16="http://schemas.microsoft.com/office/drawing/2014/main" id="{A095942D-EB6D-4E4B-9049-77A6CF953606}"/>
              </a:ext>
            </a:extLst>
          </p:cNvPr>
          <p:cNvSpPr/>
          <p:nvPr/>
        </p:nvSpPr>
        <p:spPr>
          <a:xfrm flipH="1">
            <a:off x="5124336" y="1159590"/>
            <a:ext cx="351685" cy="352556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" name="Block Arc 14">
            <a:extLst>
              <a:ext uri="{FF2B5EF4-FFF2-40B4-BE49-F238E27FC236}">
                <a16:creationId xmlns:a16="http://schemas.microsoft.com/office/drawing/2014/main" id="{99520E77-3314-4587-B96B-683FE8B88B5D}"/>
              </a:ext>
            </a:extLst>
          </p:cNvPr>
          <p:cNvSpPr/>
          <p:nvPr/>
        </p:nvSpPr>
        <p:spPr>
          <a:xfrm rot="16200000">
            <a:off x="3408103" y="437646"/>
            <a:ext cx="387486" cy="387741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Block Arc 41">
            <a:extLst>
              <a:ext uri="{FF2B5EF4-FFF2-40B4-BE49-F238E27FC236}">
                <a16:creationId xmlns:a16="http://schemas.microsoft.com/office/drawing/2014/main" id="{6BF0D65D-3740-43E0-B743-38425FB975BE}"/>
              </a:ext>
            </a:extLst>
          </p:cNvPr>
          <p:cNvSpPr/>
          <p:nvPr/>
        </p:nvSpPr>
        <p:spPr>
          <a:xfrm>
            <a:off x="4011248" y="406020"/>
            <a:ext cx="323224" cy="450993"/>
          </a:xfrm>
          <a:custGeom>
            <a:avLst/>
            <a:gdLst/>
            <a:ahLst/>
            <a:cxnLst/>
            <a:rect l="l" t="t" r="r" b="b"/>
            <a:pathLst>
              <a:path w="2512265" h="3505352">
                <a:moveTo>
                  <a:pt x="1276582" y="2106401"/>
                </a:moveTo>
                <a:cubicBezTo>
                  <a:pt x="1154832" y="2195007"/>
                  <a:pt x="1018024" y="2262207"/>
                  <a:pt x="871321" y="2302645"/>
                </a:cubicBezTo>
                <a:cubicBezTo>
                  <a:pt x="1041049" y="2346709"/>
                  <a:pt x="1216984" y="2342691"/>
                  <a:pt x="1380867" y="2295542"/>
                </a:cubicBezTo>
                <a:cubicBezTo>
                  <a:pt x="1352791" y="2227964"/>
                  <a:pt x="1317377" y="2164934"/>
                  <a:pt x="1276582" y="2106401"/>
                </a:cubicBezTo>
                <a:close/>
                <a:moveTo>
                  <a:pt x="931061" y="1768598"/>
                </a:moveTo>
                <a:lnTo>
                  <a:pt x="785084" y="2021438"/>
                </a:lnTo>
                <a:lnTo>
                  <a:pt x="684448" y="2196711"/>
                </a:lnTo>
                <a:cubicBezTo>
                  <a:pt x="868931" y="2169533"/>
                  <a:pt x="1041385" y="2098006"/>
                  <a:pt x="1189228" y="1991290"/>
                </a:cubicBezTo>
                <a:cubicBezTo>
                  <a:pt x="1113839" y="1904543"/>
                  <a:pt x="1026949" y="1829435"/>
                  <a:pt x="931061" y="1768598"/>
                </a:cubicBezTo>
                <a:close/>
                <a:moveTo>
                  <a:pt x="1626242" y="1739577"/>
                </a:moveTo>
                <a:cubicBezTo>
                  <a:pt x="1556851" y="1850020"/>
                  <a:pt x="1471526" y="1947792"/>
                  <a:pt x="1374302" y="2030973"/>
                </a:cubicBezTo>
                <a:cubicBezTo>
                  <a:pt x="1422822" y="2099916"/>
                  <a:pt x="1464618" y="2174537"/>
                  <a:pt x="1497466" y="2254701"/>
                </a:cubicBezTo>
                <a:cubicBezTo>
                  <a:pt x="1664534" y="2184833"/>
                  <a:pt x="1813198" y="2068027"/>
                  <a:pt x="1922549" y="1910651"/>
                </a:cubicBezTo>
                <a:close/>
                <a:moveTo>
                  <a:pt x="531158" y="1601275"/>
                </a:moveTo>
                <a:cubicBezTo>
                  <a:pt x="514831" y="1769123"/>
                  <a:pt x="535254" y="1939877"/>
                  <a:pt x="594029" y="2101141"/>
                </a:cubicBezTo>
                <a:lnTo>
                  <a:pt x="822377" y="1705631"/>
                </a:lnTo>
                <a:cubicBezTo>
                  <a:pt x="730789" y="1658398"/>
                  <a:pt x="632873" y="1623335"/>
                  <a:pt x="531158" y="1601275"/>
                </a:cubicBezTo>
                <a:close/>
                <a:moveTo>
                  <a:pt x="270885" y="1572115"/>
                </a:moveTo>
                <a:cubicBezTo>
                  <a:pt x="231457" y="1572339"/>
                  <a:pt x="191799" y="1574812"/>
                  <a:pt x="152057" y="1579894"/>
                </a:cubicBezTo>
                <a:cubicBezTo>
                  <a:pt x="195418" y="1760005"/>
                  <a:pt x="289893" y="1927350"/>
                  <a:pt x="428945" y="2058945"/>
                </a:cubicBezTo>
                <a:cubicBezTo>
                  <a:pt x="384418" y="1901749"/>
                  <a:pt x="371313" y="1738504"/>
                  <a:pt x="388331" y="1577832"/>
                </a:cubicBezTo>
                <a:cubicBezTo>
                  <a:pt x="349511" y="1573916"/>
                  <a:pt x="310313" y="1571891"/>
                  <a:pt x="270885" y="1572115"/>
                </a:cubicBezTo>
                <a:close/>
                <a:moveTo>
                  <a:pt x="1117422" y="1445810"/>
                </a:moveTo>
                <a:lnTo>
                  <a:pt x="992684" y="1661863"/>
                </a:lnTo>
                <a:cubicBezTo>
                  <a:pt x="1102065" y="1730612"/>
                  <a:pt x="1200940" y="1816138"/>
                  <a:pt x="1286200" y="1915345"/>
                </a:cubicBezTo>
                <a:cubicBezTo>
                  <a:pt x="1368713" y="1844119"/>
                  <a:pt x="1441290" y="1760865"/>
                  <a:pt x="1500981" y="1667258"/>
                </a:cubicBezTo>
                <a:close/>
                <a:moveTo>
                  <a:pt x="2092402" y="1221082"/>
                </a:moveTo>
                <a:cubicBezTo>
                  <a:pt x="2001593" y="1234047"/>
                  <a:pt x="1911092" y="1235450"/>
                  <a:pt x="1822337" y="1227227"/>
                </a:cubicBezTo>
                <a:cubicBezTo>
                  <a:pt x="1800443" y="1366691"/>
                  <a:pt x="1756170" y="1503162"/>
                  <a:pt x="1688847" y="1630684"/>
                </a:cubicBezTo>
                <a:lnTo>
                  <a:pt x="1987299" y="1802996"/>
                </a:lnTo>
                <a:cubicBezTo>
                  <a:pt x="2084887" y="1618081"/>
                  <a:pt x="2117858" y="1415133"/>
                  <a:pt x="2092402" y="1221082"/>
                </a:cubicBezTo>
                <a:close/>
                <a:moveTo>
                  <a:pt x="649579" y="1175701"/>
                </a:moveTo>
                <a:cubicBezTo>
                  <a:pt x="600911" y="1272240"/>
                  <a:pt x="566994" y="1374279"/>
                  <a:pt x="548013" y="1478728"/>
                </a:cubicBezTo>
                <a:cubicBezTo>
                  <a:pt x="665588" y="1503392"/>
                  <a:pt x="778659" y="1543786"/>
                  <a:pt x="883938" y="1599004"/>
                </a:cubicBezTo>
                <a:lnTo>
                  <a:pt x="1008644" y="1383007"/>
                </a:lnTo>
                <a:close/>
                <a:moveTo>
                  <a:pt x="1325201" y="1085928"/>
                </a:moveTo>
                <a:lnTo>
                  <a:pt x="1180226" y="1337032"/>
                </a:lnTo>
                <a:lnTo>
                  <a:pt x="1563461" y="1558293"/>
                </a:lnTo>
                <a:cubicBezTo>
                  <a:pt x="1621429" y="1447029"/>
                  <a:pt x="1659763" y="1328223"/>
                  <a:pt x="1679185" y="1206861"/>
                </a:cubicBezTo>
                <a:cubicBezTo>
                  <a:pt x="1555153" y="1183834"/>
                  <a:pt x="1435895" y="1143161"/>
                  <a:pt x="1325201" y="1085928"/>
                </a:cubicBezTo>
                <a:close/>
                <a:moveTo>
                  <a:pt x="216369" y="925587"/>
                </a:moveTo>
                <a:cubicBezTo>
                  <a:pt x="135862" y="1096620"/>
                  <a:pt x="108667" y="1281041"/>
                  <a:pt x="130011" y="1458436"/>
                </a:cubicBezTo>
                <a:cubicBezTo>
                  <a:pt x="222591" y="1446071"/>
                  <a:pt x="314795" y="1446181"/>
                  <a:pt x="405131" y="1455463"/>
                </a:cubicBezTo>
                <a:cubicBezTo>
                  <a:pt x="426945" y="1333935"/>
                  <a:pt x="466667" y="1215249"/>
                  <a:pt x="524206" y="1103317"/>
                </a:cubicBezTo>
                <a:close/>
                <a:moveTo>
                  <a:pt x="943246" y="797103"/>
                </a:moveTo>
                <a:cubicBezTo>
                  <a:pt x="853400" y="873630"/>
                  <a:pt x="774733" y="963960"/>
                  <a:pt x="711316" y="1066306"/>
                </a:cubicBezTo>
                <a:lnTo>
                  <a:pt x="1071447" y="1274228"/>
                </a:lnTo>
                <a:lnTo>
                  <a:pt x="1215869" y="1024081"/>
                </a:lnTo>
                <a:cubicBezTo>
                  <a:pt x="1115458" y="961776"/>
                  <a:pt x="1023809" y="885272"/>
                  <a:pt x="943246" y="797103"/>
                </a:cubicBezTo>
                <a:close/>
                <a:moveTo>
                  <a:pt x="1777831" y="614825"/>
                </a:moveTo>
                <a:cubicBezTo>
                  <a:pt x="1828108" y="774217"/>
                  <a:pt x="1847177" y="940426"/>
                  <a:pt x="1835302" y="1104709"/>
                </a:cubicBezTo>
                <a:cubicBezTo>
                  <a:pt x="1912529" y="1111680"/>
                  <a:pt x="1991200" y="1110618"/>
                  <a:pt x="2070135" y="1099634"/>
                </a:cubicBezTo>
                <a:cubicBezTo>
                  <a:pt x="2023430" y="916066"/>
                  <a:pt x="1923963" y="746103"/>
                  <a:pt x="1777831" y="614825"/>
                </a:cubicBezTo>
                <a:close/>
                <a:moveTo>
                  <a:pt x="1613169" y="587153"/>
                </a:moveTo>
                <a:lnTo>
                  <a:pt x="1386789" y="979253"/>
                </a:lnTo>
                <a:cubicBezTo>
                  <a:pt x="1482593" y="1028182"/>
                  <a:pt x="1585369" y="1063521"/>
                  <a:pt x="1692132" y="1084514"/>
                </a:cubicBezTo>
                <a:cubicBezTo>
                  <a:pt x="1702376" y="916614"/>
                  <a:pt x="1676765" y="746730"/>
                  <a:pt x="1613169" y="587153"/>
                </a:cubicBezTo>
                <a:close/>
                <a:moveTo>
                  <a:pt x="1500307" y="531421"/>
                </a:moveTo>
                <a:cubicBezTo>
                  <a:pt x="1333628" y="560682"/>
                  <a:pt x="1177718" y="626786"/>
                  <a:pt x="1041762" y="721997"/>
                </a:cubicBezTo>
                <a:cubicBezTo>
                  <a:pt x="1111912" y="797410"/>
                  <a:pt x="1191076" y="863204"/>
                  <a:pt x="1277416" y="917480"/>
                </a:cubicBezTo>
                <a:close/>
                <a:moveTo>
                  <a:pt x="708730" y="442269"/>
                </a:moveTo>
                <a:cubicBezTo>
                  <a:pt x="536145" y="518354"/>
                  <a:pt x="384460" y="645249"/>
                  <a:pt x="277225" y="815684"/>
                </a:cubicBezTo>
                <a:lnTo>
                  <a:pt x="586010" y="993961"/>
                </a:lnTo>
                <a:cubicBezTo>
                  <a:pt x="658009" y="876621"/>
                  <a:pt x="747803" y="773217"/>
                  <a:pt x="850548" y="685844"/>
                </a:cubicBezTo>
                <a:cubicBezTo>
                  <a:pt x="795399" y="611028"/>
                  <a:pt x="747545" y="529652"/>
                  <a:pt x="708730" y="442269"/>
                </a:cubicBezTo>
                <a:close/>
                <a:moveTo>
                  <a:pt x="1114411" y="355452"/>
                </a:moveTo>
                <a:cubicBezTo>
                  <a:pt x="1016499" y="355167"/>
                  <a:pt x="919324" y="369705"/>
                  <a:pt x="826255" y="398131"/>
                </a:cubicBezTo>
                <a:cubicBezTo>
                  <a:pt x="858722" y="474940"/>
                  <a:pt x="900618" y="545829"/>
                  <a:pt x="948599" y="611249"/>
                </a:cubicBezTo>
                <a:cubicBezTo>
                  <a:pt x="1085375" y="512974"/>
                  <a:pt x="1240825" y="441488"/>
                  <a:pt x="1406980" y="401715"/>
                </a:cubicBezTo>
                <a:cubicBezTo>
                  <a:pt x="1310969" y="370847"/>
                  <a:pt x="1212322" y="355738"/>
                  <a:pt x="1114411" y="355452"/>
                </a:cubicBezTo>
                <a:close/>
                <a:moveTo>
                  <a:pt x="1776283" y="295101"/>
                </a:moveTo>
                <a:lnTo>
                  <a:pt x="1710896" y="408983"/>
                </a:lnTo>
                <a:cubicBezTo>
                  <a:pt x="2209777" y="726145"/>
                  <a:pt x="2373723" y="1383396"/>
                  <a:pt x="2075153" y="1900534"/>
                </a:cubicBezTo>
                <a:cubicBezTo>
                  <a:pt x="1777480" y="2416119"/>
                  <a:pt x="1129323" y="2603192"/>
                  <a:pt x="606057" y="2333243"/>
                </a:cubicBezTo>
                <a:lnTo>
                  <a:pt x="534769" y="2457402"/>
                </a:lnTo>
                <a:cubicBezTo>
                  <a:pt x="1115347" y="2755664"/>
                  <a:pt x="1834151" y="2554240"/>
                  <a:pt x="2173557" y="1987198"/>
                </a:cubicBezTo>
                <a:cubicBezTo>
                  <a:pt x="2520801" y="1407062"/>
                  <a:pt x="2343129" y="657734"/>
                  <a:pt x="1776283" y="295101"/>
                </a:cubicBezTo>
                <a:close/>
                <a:moveTo>
                  <a:pt x="1831804" y="0"/>
                </a:moveTo>
                <a:cubicBezTo>
                  <a:pt x="1881515" y="0"/>
                  <a:pt x="1921814" y="40299"/>
                  <a:pt x="1921814" y="90010"/>
                </a:cubicBezTo>
                <a:cubicBezTo>
                  <a:pt x="1921814" y="123853"/>
                  <a:pt x="1903137" y="153333"/>
                  <a:pt x="1874873" y="167531"/>
                </a:cubicBezTo>
                <a:cubicBezTo>
                  <a:pt x="2505724" y="579432"/>
                  <a:pt x="2701456" y="1419035"/>
                  <a:pt x="2311836" y="2069966"/>
                </a:cubicBezTo>
                <a:cubicBezTo>
                  <a:pt x="2067801" y="2477672"/>
                  <a:pt x="1650037" y="2717958"/>
                  <a:pt x="1209422" y="2750781"/>
                </a:cubicBezTo>
                <a:lnTo>
                  <a:pt x="1209422" y="3191198"/>
                </a:lnTo>
                <a:cubicBezTo>
                  <a:pt x="1228953" y="3190691"/>
                  <a:pt x="1248332" y="3191937"/>
                  <a:pt x="1267595" y="3193449"/>
                </a:cubicBezTo>
                <a:cubicBezTo>
                  <a:pt x="1660899" y="3224325"/>
                  <a:pt x="1926978" y="3358049"/>
                  <a:pt x="1884661" y="3503570"/>
                </a:cubicBezTo>
                <a:lnTo>
                  <a:pt x="318693" y="3505352"/>
                </a:lnTo>
                <a:cubicBezTo>
                  <a:pt x="273700" y="3359367"/>
                  <a:pt x="539657" y="3224666"/>
                  <a:pt x="934393" y="3193515"/>
                </a:cubicBezTo>
                <a:lnTo>
                  <a:pt x="993398" y="3191208"/>
                </a:lnTo>
                <a:lnTo>
                  <a:pt x="993398" y="2750894"/>
                </a:lnTo>
                <a:cubicBezTo>
                  <a:pt x="812915" y="2737642"/>
                  <a:pt x="632784" y="2688481"/>
                  <a:pt x="463078" y="2601537"/>
                </a:cubicBezTo>
                <a:cubicBezTo>
                  <a:pt x="463677" y="2602537"/>
                  <a:pt x="463694" y="2603560"/>
                  <a:pt x="463694" y="2604587"/>
                </a:cubicBezTo>
                <a:cubicBezTo>
                  <a:pt x="463694" y="2654298"/>
                  <a:pt x="423395" y="2694597"/>
                  <a:pt x="373684" y="2694597"/>
                </a:cubicBezTo>
                <a:cubicBezTo>
                  <a:pt x="323973" y="2694597"/>
                  <a:pt x="283674" y="2654298"/>
                  <a:pt x="283674" y="2604587"/>
                </a:cubicBezTo>
                <a:cubicBezTo>
                  <a:pt x="283674" y="2554876"/>
                  <a:pt x="323973" y="2514577"/>
                  <a:pt x="373684" y="2514577"/>
                </a:cubicBezTo>
                <a:lnTo>
                  <a:pt x="377019" y="2515250"/>
                </a:lnTo>
                <a:lnTo>
                  <a:pt x="511820" y="2280472"/>
                </a:lnTo>
                <a:lnTo>
                  <a:pt x="495824" y="2271237"/>
                </a:lnTo>
                <a:lnTo>
                  <a:pt x="496783" y="2269575"/>
                </a:lnTo>
                <a:cubicBezTo>
                  <a:pt x="34226" y="1964050"/>
                  <a:pt x="-130424" y="1362029"/>
                  <a:pt x="110016" y="864184"/>
                </a:cubicBezTo>
                <a:lnTo>
                  <a:pt x="106296" y="862036"/>
                </a:lnTo>
                <a:lnTo>
                  <a:pt x="148828" y="788370"/>
                </a:lnTo>
                <a:lnTo>
                  <a:pt x="169099" y="753258"/>
                </a:lnTo>
                <a:lnTo>
                  <a:pt x="170873" y="754281"/>
                </a:lnTo>
                <a:cubicBezTo>
                  <a:pt x="475914" y="264737"/>
                  <a:pt x="1106018" y="92008"/>
                  <a:pt x="1617242" y="355196"/>
                </a:cubicBezTo>
                <a:lnTo>
                  <a:pt x="1748044" y="127384"/>
                </a:lnTo>
                <a:lnTo>
                  <a:pt x="1751959" y="129632"/>
                </a:lnTo>
                <a:cubicBezTo>
                  <a:pt x="1745165" y="117975"/>
                  <a:pt x="1741794" y="104386"/>
                  <a:pt x="1741794" y="90010"/>
                </a:cubicBezTo>
                <a:cubicBezTo>
                  <a:pt x="1741794" y="40299"/>
                  <a:pt x="1782093" y="0"/>
                  <a:pt x="1831804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Right Triangle 17">
            <a:extLst>
              <a:ext uri="{FF2B5EF4-FFF2-40B4-BE49-F238E27FC236}">
                <a16:creationId xmlns:a16="http://schemas.microsoft.com/office/drawing/2014/main" id="{6A284071-56E9-41C2-A66A-79F41DB0408E}"/>
              </a:ext>
            </a:extLst>
          </p:cNvPr>
          <p:cNvSpPr/>
          <p:nvPr/>
        </p:nvSpPr>
        <p:spPr>
          <a:xfrm>
            <a:off x="2848378" y="2575406"/>
            <a:ext cx="263462" cy="373139"/>
          </a:xfrm>
          <a:custGeom>
            <a:avLst/>
            <a:gdLst/>
            <a:ahLst/>
            <a:cxnLst/>
            <a:rect l="l" t="t" r="r" b="b"/>
            <a:pathLst>
              <a:path w="2387678" h="3240000">
                <a:moveTo>
                  <a:pt x="1645041" y="17032"/>
                </a:moveTo>
                <a:lnTo>
                  <a:pt x="2376264" y="17032"/>
                </a:lnTo>
                <a:lnTo>
                  <a:pt x="2376264" y="17033"/>
                </a:lnTo>
                <a:lnTo>
                  <a:pt x="1645042" y="17033"/>
                </a:lnTo>
                <a:close/>
                <a:moveTo>
                  <a:pt x="0" y="17032"/>
                </a:moveTo>
                <a:lnTo>
                  <a:pt x="1379678" y="17032"/>
                </a:lnTo>
                <a:lnTo>
                  <a:pt x="1379678" y="996125"/>
                </a:lnTo>
                <a:lnTo>
                  <a:pt x="2376264" y="996125"/>
                </a:lnTo>
                <a:lnTo>
                  <a:pt x="2376264" y="3240000"/>
                </a:lnTo>
                <a:lnTo>
                  <a:pt x="0" y="3240000"/>
                </a:lnTo>
                <a:close/>
                <a:moveTo>
                  <a:pt x="1498869" y="0"/>
                </a:moveTo>
                <a:lnTo>
                  <a:pt x="2387678" y="888809"/>
                </a:lnTo>
                <a:lnTo>
                  <a:pt x="1498869" y="888809"/>
                </a:ln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" name="Oval 27">
            <a:extLst>
              <a:ext uri="{FF2B5EF4-FFF2-40B4-BE49-F238E27FC236}">
                <a16:creationId xmlns:a16="http://schemas.microsoft.com/office/drawing/2014/main" id="{B5D709C4-AEAD-4E83-A40B-14FBCC164EEA}"/>
              </a:ext>
            </a:extLst>
          </p:cNvPr>
          <p:cNvSpPr/>
          <p:nvPr/>
        </p:nvSpPr>
        <p:spPr>
          <a:xfrm>
            <a:off x="603466" y="3168330"/>
            <a:ext cx="279812" cy="532138"/>
          </a:xfrm>
          <a:custGeom>
            <a:avLst/>
            <a:gdLst/>
            <a:ahLst/>
            <a:cxnLst/>
            <a:rect l="l" t="t" r="r" b="b"/>
            <a:pathLst>
              <a:path w="1703664" h="3240001">
                <a:moveTo>
                  <a:pt x="952533" y="2024463"/>
                </a:moveTo>
                <a:lnTo>
                  <a:pt x="856710" y="2024464"/>
                </a:lnTo>
                <a:lnTo>
                  <a:pt x="649879" y="2143878"/>
                </a:lnTo>
                <a:lnTo>
                  <a:pt x="728753" y="2280491"/>
                </a:lnTo>
                <a:lnTo>
                  <a:pt x="800462" y="2239090"/>
                </a:lnTo>
                <a:lnTo>
                  <a:pt x="800462" y="2476837"/>
                </a:lnTo>
                <a:lnTo>
                  <a:pt x="649878" y="2476837"/>
                </a:lnTo>
                <a:lnTo>
                  <a:pt x="649878" y="2634602"/>
                </a:lnTo>
                <a:lnTo>
                  <a:pt x="1067658" y="2634602"/>
                </a:lnTo>
                <a:lnTo>
                  <a:pt x="1067657" y="2476837"/>
                </a:lnTo>
                <a:lnTo>
                  <a:pt x="952532" y="2476837"/>
                </a:lnTo>
                <a:lnTo>
                  <a:pt x="952532" y="2151292"/>
                </a:lnTo>
                <a:lnTo>
                  <a:pt x="952534" y="2151291"/>
                </a:lnTo>
                <a:close/>
                <a:moveTo>
                  <a:pt x="851832" y="1776101"/>
                </a:moveTo>
                <a:cubicBezTo>
                  <a:pt x="1189868" y="1776101"/>
                  <a:pt x="1463900" y="2050133"/>
                  <a:pt x="1463900" y="2388169"/>
                </a:cubicBezTo>
                <a:cubicBezTo>
                  <a:pt x="1463900" y="2726205"/>
                  <a:pt x="1189868" y="3000237"/>
                  <a:pt x="851832" y="3000237"/>
                </a:cubicBezTo>
                <a:cubicBezTo>
                  <a:pt x="513796" y="3000237"/>
                  <a:pt x="239764" y="2726205"/>
                  <a:pt x="239764" y="2388169"/>
                </a:cubicBezTo>
                <a:cubicBezTo>
                  <a:pt x="239764" y="2050133"/>
                  <a:pt x="513796" y="1776101"/>
                  <a:pt x="851832" y="1776101"/>
                </a:cubicBezTo>
                <a:close/>
                <a:moveTo>
                  <a:pt x="851832" y="1689019"/>
                </a:moveTo>
                <a:cubicBezTo>
                  <a:pt x="465702" y="1689019"/>
                  <a:pt x="152682" y="2002039"/>
                  <a:pt x="152682" y="2388169"/>
                </a:cubicBezTo>
                <a:cubicBezTo>
                  <a:pt x="152682" y="2774299"/>
                  <a:pt x="465702" y="3087319"/>
                  <a:pt x="851832" y="3087319"/>
                </a:cubicBezTo>
                <a:cubicBezTo>
                  <a:pt x="1237962" y="3087319"/>
                  <a:pt x="1550982" y="2774299"/>
                  <a:pt x="1550982" y="2388169"/>
                </a:cubicBezTo>
                <a:cubicBezTo>
                  <a:pt x="1550982" y="2002039"/>
                  <a:pt x="1237962" y="1689019"/>
                  <a:pt x="851832" y="1689019"/>
                </a:cubicBezTo>
                <a:close/>
                <a:moveTo>
                  <a:pt x="851832" y="1536337"/>
                </a:moveTo>
                <a:cubicBezTo>
                  <a:pt x="1322286" y="1536337"/>
                  <a:pt x="1703664" y="1917715"/>
                  <a:pt x="1703664" y="2388169"/>
                </a:cubicBezTo>
                <a:cubicBezTo>
                  <a:pt x="1703664" y="2858623"/>
                  <a:pt x="1322286" y="3240001"/>
                  <a:pt x="851832" y="3240001"/>
                </a:cubicBezTo>
                <a:cubicBezTo>
                  <a:pt x="381378" y="3240001"/>
                  <a:pt x="0" y="2858623"/>
                  <a:pt x="0" y="2388169"/>
                </a:cubicBezTo>
                <a:cubicBezTo>
                  <a:pt x="0" y="1917715"/>
                  <a:pt x="381378" y="1536337"/>
                  <a:pt x="851832" y="1536337"/>
                </a:cubicBezTo>
                <a:close/>
                <a:moveTo>
                  <a:pt x="1173126" y="1"/>
                </a:moveTo>
                <a:lnTo>
                  <a:pt x="1383673" y="1"/>
                </a:lnTo>
                <a:lnTo>
                  <a:pt x="1383673" y="954514"/>
                </a:lnTo>
                <a:lnTo>
                  <a:pt x="1173126" y="1187717"/>
                </a:lnTo>
                <a:close/>
                <a:moveTo>
                  <a:pt x="619488" y="0"/>
                </a:moveTo>
                <a:lnTo>
                  <a:pt x="1099698" y="0"/>
                </a:lnTo>
                <a:lnTo>
                  <a:pt x="1099698" y="1265464"/>
                </a:lnTo>
                <a:lnTo>
                  <a:pt x="859593" y="1532640"/>
                </a:lnTo>
                <a:lnTo>
                  <a:pt x="619488" y="1265464"/>
                </a:lnTo>
                <a:close/>
                <a:moveTo>
                  <a:pt x="335512" y="0"/>
                </a:moveTo>
                <a:lnTo>
                  <a:pt x="546059" y="0"/>
                </a:lnTo>
                <a:lnTo>
                  <a:pt x="546059" y="1166181"/>
                </a:lnTo>
                <a:lnTo>
                  <a:pt x="335512" y="927455"/>
                </a:ln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9" name="Parallelogram 15">
            <a:extLst>
              <a:ext uri="{FF2B5EF4-FFF2-40B4-BE49-F238E27FC236}">
                <a16:creationId xmlns:a16="http://schemas.microsoft.com/office/drawing/2014/main" id="{84005F87-E478-4E65-AA0B-E3D28CE33B45}"/>
              </a:ext>
            </a:extLst>
          </p:cNvPr>
          <p:cNvSpPr/>
          <p:nvPr/>
        </p:nvSpPr>
        <p:spPr>
          <a:xfrm rot="16200000">
            <a:off x="3415960" y="1854365"/>
            <a:ext cx="408905" cy="442625"/>
          </a:xfrm>
          <a:custGeom>
            <a:avLst/>
            <a:gdLst/>
            <a:ahLst/>
            <a:cxnLst/>
            <a:rect l="l" t="t" r="r" b="b"/>
            <a:pathLst>
              <a:path w="2993176" h="3240001">
                <a:moveTo>
                  <a:pt x="1299907" y="647892"/>
                </a:moveTo>
                <a:lnTo>
                  <a:pt x="665509" y="1620000"/>
                </a:lnTo>
                <a:lnTo>
                  <a:pt x="1299907" y="2592108"/>
                </a:lnTo>
                <a:lnTo>
                  <a:pt x="634398" y="2592108"/>
                </a:lnTo>
                <a:lnTo>
                  <a:pt x="0" y="1620000"/>
                </a:lnTo>
                <a:lnTo>
                  <a:pt x="634398" y="647892"/>
                </a:lnTo>
                <a:close/>
                <a:moveTo>
                  <a:pt x="2993176" y="1620001"/>
                </a:moveTo>
                <a:lnTo>
                  <a:pt x="1913056" y="3240001"/>
                </a:lnTo>
                <a:lnTo>
                  <a:pt x="1782206" y="3043749"/>
                </a:lnTo>
                <a:lnTo>
                  <a:pt x="1110064" y="3043749"/>
                </a:lnTo>
                <a:cubicBezTo>
                  <a:pt x="1089036" y="3096599"/>
                  <a:pt x="1037333" y="3133759"/>
                  <a:pt x="976952" y="3133759"/>
                </a:cubicBezTo>
                <a:cubicBezTo>
                  <a:pt x="923853" y="3133759"/>
                  <a:pt x="877466" y="3105022"/>
                  <a:pt x="854540" y="3061058"/>
                </a:cubicBezTo>
                <a:lnTo>
                  <a:pt x="302383" y="3169763"/>
                </a:lnTo>
                <a:lnTo>
                  <a:pt x="302383" y="2809723"/>
                </a:lnTo>
                <a:lnTo>
                  <a:pt x="854540" y="2918427"/>
                </a:lnTo>
                <a:cubicBezTo>
                  <a:pt x="877466" y="2874463"/>
                  <a:pt x="923853" y="2845727"/>
                  <a:pt x="976952" y="2845727"/>
                </a:cubicBezTo>
                <a:cubicBezTo>
                  <a:pt x="1037333" y="2845727"/>
                  <a:pt x="1089036" y="2882887"/>
                  <a:pt x="1110064" y="2935737"/>
                </a:cubicBezTo>
                <a:lnTo>
                  <a:pt x="1710190" y="2935737"/>
                </a:lnTo>
                <a:lnTo>
                  <a:pt x="832936" y="1620001"/>
                </a:lnTo>
                <a:lnTo>
                  <a:pt x="1913056" y="0"/>
                </a:ln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0" name="Round Same Side Corner Rectangle 21">
            <a:extLst>
              <a:ext uri="{FF2B5EF4-FFF2-40B4-BE49-F238E27FC236}">
                <a16:creationId xmlns:a16="http://schemas.microsoft.com/office/drawing/2014/main" id="{4377958E-0140-4828-9751-424870B67003}"/>
              </a:ext>
            </a:extLst>
          </p:cNvPr>
          <p:cNvSpPr/>
          <p:nvPr/>
        </p:nvSpPr>
        <p:spPr>
          <a:xfrm rot="10800000">
            <a:off x="3944672" y="1170631"/>
            <a:ext cx="264059" cy="298187"/>
          </a:xfrm>
          <a:custGeom>
            <a:avLst/>
            <a:gdLst/>
            <a:ahLst/>
            <a:cxnLst/>
            <a:rect l="l" t="t" r="r" b="b"/>
            <a:pathLst>
              <a:path w="2880320" h="3252576">
                <a:moveTo>
                  <a:pt x="612726" y="2220771"/>
                </a:moveTo>
                <a:cubicBezTo>
                  <a:pt x="662432" y="2220771"/>
                  <a:pt x="702726" y="2180477"/>
                  <a:pt x="702726" y="2130771"/>
                </a:cubicBezTo>
                <a:lnTo>
                  <a:pt x="702726" y="438771"/>
                </a:lnTo>
                <a:cubicBezTo>
                  <a:pt x="702726" y="389065"/>
                  <a:pt x="662432" y="348771"/>
                  <a:pt x="612726" y="348771"/>
                </a:cubicBezTo>
                <a:cubicBezTo>
                  <a:pt x="563020" y="348771"/>
                  <a:pt x="522726" y="389065"/>
                  <a:pt x="522726" y="438771"/>
                </a:cubicBezTo>
                <a:lnTo>
                  <a:pt x="522726" y="2130771"/>
                </a:lnTo>
                <a:cubicBezTo>
                  <a:pt x="522726" y="2180477"/>
                  <a:pt x="563020" y="2220771"/>
                  <a:pt x="612726" y="2220771"/>
                </a:cubicBezTo>
                <a:close/>
                <a:moveTo>
                  <a:pt x="1188790" y="2220771"/>
                </a:moveTo>
                <a:cubicBezTo>
                  <a:pt x="1238496" y="2220771"/>
                  <a:pt x="1278790" y="2180477"/>
                  <a:pt x="1278790" y="2130771"/>
                </a:cubicBezTo>
                <a:lnTo>
                  <a:pt x="1278790" y="438771"/>
                </a:lnTo>
                <a:cubicBezTo>
                  <a:pt x="1278790" y="389065"/>
                  <a:pt x="1238496" y="348771"/>
                  <a:pt x="1188790" y="348771"/>
                </a:cubicBezTo>
                <a:cubicBezTo>
                  <a:pt x="1139084" y="348771"/>
                  <a:pt x="1098790" y="389065"/>
                  <a:pt x="1098790" y="438771"/>
                </a:cubicBezTo>
                <a:lnTo>
                  <a:pt x="1098790" y="2130771"/>
                </a:lnTo>
                <a:cubicBezTo>
                  <a:pt x="1098790" y="2180477"/>
                  <a:pt x="1139084" y="2220771"/>
                  <a:pt x="1188790" y="2220771"/>
                </a:cubicBezTo>
                <a:close/>
                <a:moveTo>
                  <a:pt x="1764854" y="2220771"/>
                </a:moveTo>
                <a:cubicBezTo>
                  <a:pt x="1814560" y="2220771"/>
                  <a:pt x="1854854" y="2180477"/>
                  <a:pt x="1854854" y="2130771"/>
                </a:cubicBezTo>
                <a:lnTo>
                  <a:pt x="1854854" y="438771"/>
                </a:lnTo>
                <a:cubicBezTo>
                  <a:pt x="1854854" y="389065"/>
                  <a:pt x="1814560" y="348771"/>
                  <a:pt x="1764854" y="348771"/>
                </a:cubicBezTo>
                <a:cubicBezTo>
                  <a:pt x="1715148" y="348771"/>
                  <a:pt x="1674854" y="389065"/>
                  <a:pt x="1674854" y="438771"/>
                </a:cubicBezTo>
                <a:lnTo>
                  <a:pt x="1674854" y="2130771"/>
                </a:lnTo>
                <a:cubicBezTo>
                  <a:pt x="1674854" y="2180477"/>
                  <a:pt x="1715148" y="2220771"/>
                  <a:pt x="1764854" y="2220771"/>
                </a:cubicBezTo>
                <a:close/>
                <a:moveTo>
                  <a:pt x="2340918" y="2220771"/>
                </a:moveTo>
                <a:cubicBezTo>
                  <a:pt x="2390624" y="2220771"/>
                  <a:pt x="2430918" y="2180477"/>
                  <a:pt x="2430918" y="2130771"/>
                </a:cubicBezTo>
                <a:lnTo>
                  <a:pt x="2430918" y="438771"/>
                </a:lnTo>
                <a:cubicBezTo>
                  <a:pt x="2430918" y="389065"/>
                  <a:pt x="2390624" y="348771"/>
                  <a:pt x="2340918" y="348771"/>
                </a:cubicBezTo>
                <a:cubicBezTo>
                  <a:pt x="2291212" y="348771"/>
                  <a:pt x="2250918" y="389065"/>
                  <a:pt x="2250918" y="438771"/>
                </a:cubicBezTo>
                <a:lnTo>
                  <a:pt x="2250918" y="2130771"/>
                </a:lnTo>
                <a:cubicBezTo>
                  <a:pt x="2250918" y="2180477"/>
                  <a:pt x="2291212" y="2220771"/>
                  <a:pt x="2340918" y="2220771"/>
                </a:cubicBezTo>
                <a:close/>
                <a:moveTo>
                  <a:pt x="2784182" y="2519920"/>
                </a:moveTo>
                <a:lnTo>
                  <a:pt x="96136" y="2519920"/>
                </a:lnTo>
                <a:lnTo>
                  <a:pt x="96136" y="419995"/>
                </a:lnTo>
                <a:cubicBezTo>
                  <a:pt x="96136" y="188038"/>
                  <a:pt x="284174" y="0"/>
                  <a:pt x="516131" y="0"/>
                </a:cubicBezTo>
                <a:lnTo>
                  <a:pt x="2364187" y="0"/>
                </a:lnTo>
                <a:cubicBezTo>
                  <a:pt x="2596144" y="0"/>
                  <a:pt x="2784182" y="188038"/>
                  <a:pt x="2784182" y="419995"/>
                </a:cubicBezTo>
                <a:close/>
                <a:moveTo>
                  <a:pt x="1687966" y="3252576"/>
                </a:moveTo>
                <a:lnTo>
                  <a:pt x="1192350" y="3252576"/>
                </a:lnTo>
                <a:cubicBezTo>
                  <a:pt x="1129224" y="3252576"/>
                  <a:pt x="1078050" y="3201402"/>
                  <a:pt x="1078050" y="3138276"/>
                </a:cubicBezTo>
                <a:lnTo>
                  <a:pt x="1078050" y="3023976"/>
                </a:lnTo>
                <a:lnTo>
                  <a:pt x="60008" y="3023976"/>
                </a:lnTo>
                <a:cubicBezTo>
                  <a:pt x="26866" y="3023976"/>
                  <a:pt x="0" y="2997110"/>
                  <a:pt x="0" y="2963968"/>
                </a:cubicBezTo>
                <a:lnTo>
                  <a:pt x="0" y="2723944"/>
                </a:lnTo>
                <a:cubicBezTo>
                  <a:pt x="0" y="2690802"/>
                  <a:pt x="26866" y="2663936"/>
                  <a:pt x="60008" y="2663936"/>
                </a:cubicBezTo>
                <a:lnTo>
                  <a:pt x="2820312" y="2663936"/>
                </a:lnTo>
                <a:cubicBezTo>
                  <a:pt x="2853454" y="2663936"/>
                  <a:pt x="2880320" y="2690802"/>
                  <a:pt x="2880320" y="2723944"/>
                </a:cubicBezTo>
                <a:lnTo>
                  <a:pt x="2880320" y="2963968"/>
                </a:lnTo>
                <a:cubicBezTo>
                  <a:pt x="2880320" y="2997110"/>
                  <a:pt x="2853454" y="3023976"/>
                  <a:pt x="2820312" y="3023976"/>
                </a:cubicBezTo>
                <a:lnTo>
                  <a:pt x="1802266" y="3023976"/>
                </a:lnTo>
                <a:lnTo>
                  <a:pt x="1802266" y="3138276"/>
                </a:lnTo>
                <a:cubicBezTo>
                  <a:pt x="1802266" y="3201402"/>
                  <a:pt x="1751092" y="3252576"/>
                  <a:pt x="1687966" y="3252576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1" name="Oval 26">
            <a:extLst>
              <a:ext uri="{FF2B5EF4-FFF2-40B4-BE49-F238E27FC236}">
                <a16:creationId xmlns:a16="http://schemas.microsoft.com/office/drawing/2014/main" id="{E6E3A875-C709-4816-9873-CD9120370648}"/>
              </a:ext>
            </a:extLst>
          </p:cNvPr>
          <p:cNvSpPr/>
          <p:nvPr/>
        </p:nvSpPr>
        <p:spPr>
          <a:xfrm>
            <a:off x="2343837" y="1883146"/>
            <a:ext cx="322665" cy="385063"/>
          </a:xfrm>
          <a:custGeom>
            <a:avLst/>
            <a:gdLst/>
            <a:ahLst/>
            <a:cxnLst/>
            <a:rect l="l" t="t" r="r" b="b"/>
            <a:pathLst>
              <a:path w="2543357" h="3035197">
                <a:moveTo>
                  <a:pt x="1932497" y="885460"/>
                </a:moveTo>
                <a:lnTo>
                  <a:pt x="1858608" y="981586"/>
                </a:lnTo>
                <a:cubicBezTo>
                  <a:pt x="2087948" y="1157874"/>
                  <a:pt x="2221364" y="1431493"/>
                  <a:pt x="2219022" y="1720748"/>
                </a:cubicBezTo>
                <a:lnTo>
                  <a:pt x="2340261" y="1721729"/>
                </a:lnTo>
                <a:cubicBezTo>
                  <a:pt x="2342911" y="1394473"/>
                  <a:pt x="2191967" y="1084907"/>
                  <a:pt x="1932497" y="885460"/>
                </a:cubicBezTo>
                <a:close/>
                <a:moveTo>
                  <a:pt x="1028922" y="281987"/>
                </a:moveTo>
                <a:cubicBezTo>
                  <a:pt x="1157068" y="321344"/>
                  <a:pt x="1128134" y="299573"/>
                  <a:pt x="1193247" y="332230"/>
                </a:cubicBezTo>
                <a:cubicBezTo>
                  <a:pt x="1269854" y="451410"/>
                  <a:pt x="1301375" y="602654"/>
                  <a:pt x="1295736" y="739575"/>
                </a:cubicBezTo>
                <a:cubicBezTo>
                  <a:pt x="1418781" y="730097"/>
                  <a:pt x="1391656" y="622269"/>
                  <a:pt x="1842154" y="674175"/>
                </a:cubicBezTo>
                <a:cubicBezTo>
                  <a:pt x="2251963" y="725703"/>
                  <a:pt x="2543357" y="1202505"/>
                  <a:pt x="2543357" y="1911138"/>
                </a:cubicBezTo>
                <a:cubicBezTo>
                  <a:pt x="2543357" y="2619771"/>
                  <a:pt x="2228290" y="3174439"/>
                  <a:pt x="1189012" y="3004227"/>
                </a:cubicBezTo>
                <a:cubicBezTo>
                  <a:pt x="266689" y="3142266"/>
                  <a:pt x="99973" y="2479414"/>
                  <a:pt x="24671" y="2089269"/>
                </a:cubicBezTo>
                <a:cubicBezTo>
                  <a:pt x="-50631" y="1699124"/>
                  <a:pt x="9514" y="922425"/>
                  <a:pt x="737199" y="663358"/>
                </a:cubicBezTo>
                <a:cubicBezTo>
                  <a:pt x="1021153" y="585721"/>
                  <a:pt x="1093645" y="690425"/>
                  <a:pt x="1216376" y="728497"/>
                </a:cubicBezTo>
                <a:cubicBezTo>
                  <a:pt x="1183268" y="569368"/>
                  <a:pt x="1135766" y="458984"/>
                  <a:pt x="1028922" y="281987"/>
                </a:cubicBezTo>
                <a:close/>
                <a:moveTo>
                  <a:pt x="1919942" y="47"/>
                </a:moveTo>
                <a:cubicBezTo>
                  <a:pt x="2086542" y="1491"/>
                  <a:pt x="2263938" y="35583"/>
                  <a:pt x="2350876" y="60453"/>
                </a:cubicBezTo>
                <a:cubicBezTo>
                  <a:pt x="2672784" y="174000"/>
                  <a:pt x="2321773" y="213881"/>
                  <a:pt x="2220060" y="345654"/>
                </a:cubicBezTo>
                <a:cubicBezTo>
                  <a:pt x="2118347" y="477427"/>
                  <a:pt x="2005019" y="609932"/>
                  <a:pt x="1770740" y="609932"/>
                </a:cubicBezTo>
                <a:lnTo>
                  <a:pt x="1326444" y="614956"/>
                </a:lnTo>
                <a:lnTo>
                  <a:pt x="1346541" y="320533"/>
                </a:lnTo>
                <a:cubicBezTo>
                  <a:pt x="1401807" y="115484"/>
                  <a:pt x="1563158" y="44336"/>
                  <a:pt x="1760692" y="11037"/>
                </a:cubicBezTo>
                <a:cubicBezTo>
                  <a:pt x="1810076" y="2712"/>
                  <a:pt x="1864409" y="-434"/>
                  <a:pt x="1919942" y="47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Freeform 32">
            <a:extLst>
              <a:ext uri="{FF2B5EF4-FFF2-40B4-BE49-F238E27FC236}">
                <a16:creationId xmlns:a16="http://schemas.microsoft.com/office/drawing/2014/main" id="{AF523E53-A0C5-43DD-80EC-6A588E077D0A}"/>
              </a:ext>
            </a:extLst>
          </p:cNvPr>
          <p:cNvSpPr/>
          <p:nvPr/>
        </p:nvSpPr>
        <p:spPr>
          <a:xfrm>
            <a:off x="563670" y="444644"/>
            <a:ext cx="408033" cy="373744"/>
          </a:xfrm>
          <a:custGeom>
            <a:avLst/>
            <a:gdLst/>
            <a:ahLst/>
            <a:cxnLst/>
            <a:rect l="l" t="t" r="r" b="b"/>
            <a:pathLst>
              <a:path w="3210745" h="2940925">
                <a:moveTo>
                  <a:pt x="340528" y="2526682"/>
                </a:moveTo>
                <a:cubicBezTo>
                  <a:pt x="280875" y="2526682"/>
                  <a:pt x="232516" y="2575041"/>
                  <a:pt x="232516" y="2634694"/>
                </a:cubicBezTo>
                <a:cubicBezTo>
                  <a:pt x="232516" y="2694347"/>
                  <a:pt x="280875" y="2742706"/>
                  <a:pt x="340528" y="2742706"/>
                </a:cubicBezTo>
                <a:cubicBezTo>
                  <a:pt x="400181" y="2742706"/>
                  <a:pt x="448540" y="2694347"/>
                  <a:pt x="448540" y="2634694"/>
                </a:cubicBezTo>
                <a:cubicBezTo>
                  <a:pt x="448540" y="2575041"/>
                  <a:pt x="400181" y="2526682"/>
                  <a:pt x="340528" y="2526682"/>
                </a:cubicBezTo>
                <a:close/>
                <a:moveTo>
                  <a:pt x="1821636" y="152"/>
                </a:moveTo>
                <a:cubicBezTo>
                  <a:pt x="1920275" y="-4956"/>
                  <a:pt x="2051571" y="119306"/>
                  <a:pt x="2102482" y="278737"/>
                </a:cubicBezTo>
                <a:cubicBezTo>
                  <a:pt x="2192513" y="649582"/>
                  <a:pt x="1575154" y="1213351"/>
                  <a:pt x="2006019" y="1236931"/>
                </a:cubicBezTo>
                <a:cubicBezTo>
                  <a:pt x="2310412" y="1206920"/>
                  <a:pt x="2473326" y="1176910"/>
                  <a:pt x="2803442" y="1166192"/>
                </a:cubicBezTo>
                <a:cubicBezTo>
                  <a:pt x="3103547" y="1170479"/>
                  <a:pt x="3152850" y="1361260"/>
                  <a:pt x="3002798" y="1564903"/>
                </a:cubicBezTo>
                <a:cubicBezTo>
                  <a:pt x="3191435" y="1575621"/>
                  <a:pt x="3347919" y="1869296"/>
                  <a:pt x="3022090" y="1989338"/>
                </a:cubicBezTo>
                <a:cubicBezTo>
                  <a:pt x="3332913" y="2182262"/>
                  <a:pt x="3154994" y="2426634"/>
                  <a:pt x="2977074" y="2471650"/>
                </a:cubicBezTo>
                <a:cubicBezTo>
                  <a:pt x="3127127" y="2606697"/>
                  <a:pt x="3109978" y="2709590"/>
                  <a:pt x="2957782" y="2793191"/>
                </a:cubicBezTo>
                <a:cubicBezTo>
                  <a:pt x="2620164" y="2932526"/>
                  <a:pt x="1747715" y="3028988"/>
                  <a:pt x="1253613" y="2818914"/>
                </a:cubicBezTo>
                <a:cubicBezTo>
                  <a:pt x="1018944" y="2738561"/>
                  <a:pt x="869067" y="2654318"/>
                  <a:pt x="700568" y="2648441"/>
                </a:cubicBezTo>
                <a:lnTo>
                  <a:pt x="700568" y="2796242"/>
                </a:lnTo>
                <a:cubicBezTo>
                  <a:pt x="700568" y="2860729"/>
                  <a:pt x="648291" y="2913006"/>
                  <a:pt x="583804" y="2913006"/>
                </a:cubicBezTo>
                <a:lnTo>
                  <a:pt x="0" y="2913006"/>
                </a:lnTo>
                <a:lnTo>
                  <a:pt x="0" y="1400838"/>
                </a:lnTo>
                <a:lnTo>
                  <a:pt x="583804" y="1400838"/>
                </a:lnTo>
                <a:cubicBezTo>
                  <a:pt x="648291" y="1400838"/>
                  <a:pt x="700568" y="1453115"/>
                  <a:pt x="700568" y="1517602"/>
                </a:cubicBezTo>
                <a:lnTo>
                  <a:pt x="700568" y="1571674"/>
                </a:lnTo>
                <a:cubicBezTo>
                  <a:pt x="721537" y="1568378"/>
                  <a:pt x="746526" y="1559634"/>
                  <a:pt x="784162" y="1539180"/>
                </a:cubicBezTo>
                <a:cubicBezTo>
                  <a:pt x="831321" y="1421281"/>
                  <a:pt x="890271" y="1323747"/>
                  <a:pt x="1034964" y="1191915"/>
                </a:cubicBezTo>
                <a:cubicBezTo>
                  <a:pt x="1257900" y="851081"/>
                  <a:pt x="1628744" y="677449"/>
                  <a:pt x="1703770" y="169413"/>
                </a:cubicBezTo>
                <a:cubicBezTo>
                  <a:pt x="1715024" y="52855"/>
                  <a:pt x="1762452" y="3217"/>
                  <a:pt x="1821636" y="152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3" name="Rounded Rectangle 10">
            <a:extLst>
              <a:ext uri="{FF2B5EF4-FFF2-40B4-BE49-F238E27FC236}">
                <a16:creationId xmlns:a16="http://schemas.microsoft.com/office/drawing/2014/main" id="{135DCAFD-C66C-491F-991B-672BFE283A52}"/>
              </a:ext>
            </a:extLst>
          </p:cNvPr>
          <p:cNvSpPr/>
          <p:nvPr/>
        </p:nvSpPr>
        <p:spPr>
          <a:xfrm>
            <a:off x="3414142" y="1151548"/>
            <a:ext cx="254160" cy="336353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4" name="Rounded Rectangle 32">
            <a:extLst>
              <a:ext uri="{FF2B5EF4-FFF2-40B4-BE49-F238E27FC236}">
                <a16:creationId xmlns:a16="http://schemas.microsoft.com/office/drawing/2014/main" id="{AFFAC243-6E82-42F1-AA26-8C9E8A0C82C9}"/>
              </a:ext>
            </a:extLst>
          </p:cNvPr>
          <p:cNvSpPr/>
          <p:nvPr/>
        </p:nvSpPr>
        <p:spPr>
          <a:xfrm>
            <a:off x="4537805" y="1907854"/>
            <a:ext cx="335647" cy="33564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rapezoid 13">
            <a:extLst>
              <a:ext uri="{FF2B5EF4-FFF2-40B4-BE49-F238E27FC236}">
                <a16:creationId xmlns:a16="http://schemas.microsoft.com/office/drawing/2014/main" id="{CEA923DC-2B60-4B7E-8D70-BCB44E0433D2}"/>
              </a:ext>
            </a:extLst>
          </p:cNvPr>
          <p:cNvSpPr/>
          <p:nvPr/>
        </p:nvSpPr>
        <p:spPr>
          <a:xfrm>
            <a:off x="1221996" y="1166746"/>
            <a:ext cx="361838" cy="305956"/>
          </a:xfrm>
          <a:custGeom>
            <a:avLst/>
            <a:gdLst/>
            <a:ahLst/>
            <a:cxnLst/>
            <a:rect l="l" t="t" r="r" b="b"/>
            <a:pathLst>
              <a:path w="2736304" h="2313707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6" name="Rounded Rectangle 7">
            <a:extLst>
              <a:ext uri="{FF2B5EF4-FFF2-40B4-BE49-F238E27FC236}">
                <a16:creationId xmlns:a16="http://schemas.microsoft.com/office/drawing/2014/main" id="{BB07B8B5-CC3D-4270-9DD4-195CE2B6B560}"/>
              </a:ext>
            </a:extLst>
          </p:cNvPr>
          <p:cNvSpPr/>
          <p:nvPr/>
        </p:nvSpPr>
        <p:spPr>
          <a:xfrm>
            <a:off x="2952501" y="1159412"/>
            <a:ext cx="185271" cy="320625"/>
          </a:xfrm>
          <a:custGeom>
            <a:avLst/>
            <a:gdLst/>
            <a:ahLst/>
            <a:cxnLst/>
            <a:rect l="l" t="t" r="r" b="b"/>
            <a:pathLst>
              <a:path w="1872208" h="3240000">
                <a:moveTo>
                  <a:pt x="936104" y="2852499"/>
                </a:moveTo>
                <a:cubicBezTo>
                  <a:pt x="861605" y="2852499"/>
                  <a:pt x="801211" y="2912893"/>
                  <a:pt x="801211" y="2987392"/>
                </a:cubicBezTo>
                <a:cubicBezTo>
                  <a:pt x="801211" y="3061891"/>
                  <a:pt x="861605" y="3122285"/>
                  <a:pt x="936104" y="3122285"/>
                </a:cubicBezTo>
                <a:cubicBezTo>
                  <a:pt x="1010603" y="3122285"/>
                  <a:pt x="1070997" y="3061891"/>
                  <a:pt x="1070997" y="2987392"/>
                </a:cubicBezTo>
                <a:cubicBezTo>
                  <a:pt x="1070997" y="2912893"/>
                  <a:pt x="1010603" y="2852499"/>
                  <a:pt x="936104" y="2852499"/>
                </a:cubicBezTo>
                <a:close/>
                <a:moveTo>
                  <a:pt x="144016" y="323096"/>
                </a:moveTo>
                <a:lnTo>
                  <a:pt x="144016" y="2699360"/>
                </a:lnTo>
                <a:lnTo>
                  <a:pt x="1728192" y="2699360"/>
                </a:lnTo>
                <a:lnTo>
                  <a:pt x="1728192" y="323096"/>
                </a:lnTo>
                <a:close/>
                <a:moveTo>
                  <a:pt x="720104" y="107072"/>
                </a:moveTo>
                <a:cubicBezTo>
                  <a:pt x="690281" y="107072"/>
                  <a:pt x="666104" y="131249"/>
                  <a:pt x="666104" y="161072"/>
                </a:cubicBezTo>
                <a:cubicBezTo>
                  <a:pt x="666104" y="190895"/>
                  <a:pt x="690281" y="215072"/>
                  <a:pt x="720104" y="215072"/>
                </a:cubicBezTo>
                <a:lnTo>
                  <a:pt x="1152104" y="215072"/>
                </a:lnTo>
                <a:cubicBezTo>
                  <a:pt x="1181927" y="215072"/>
                  <a:pt x="1206104" y="190895"/>
                  <a:pt x="1206104" y="161072"/>
                </a:cubicBezTo>
                <a:cubicBezTo>
                  <a:pt x="1206104" y="131249"/>
                  <a:pt x="1181927" y="107072"/>
                  <a:pt x="1152104" y="107072"/>
                </a:cubicBezTo>
                <a:close/>
                <a:moveTo>
                  <a:pt x="312041" y="0"/>
                </a:moveTo>
                <a:lnTo>
                  <a:pt x="1560167" y="0"/>
                </a:lnTo>
                <a:cubicBezTo>
                  <a:pt x="1732502" y="0"/>
                  <a:pt x="1872208" y="139706"/>
                  <a:pt x="1872208" y="312041"/>
                </a:cubicBezTo>
                <a:lnTo>
                  <a:pt x="1872208" y="2927959"/>
                </a:lnTo>
                <a:cubicBezTo>
                  <a:pt x="1872208" y="3100294"/>
                  <a:pt x="1732502" y="3240000"/>
                  <a:pt x="1560167" y="3240000"/>
                </a:cubicBezTo>
                <a:lnTo>
                  <a:pt x="312041" y="3240000"/>
                </a:lnTo>
                <a:cubicBezTo>
                  <a:pt x="139706" y="3240000"/>
                  <a:pt x="0" y="3100294"/>
                  <a:pt x="0" y="2927959"/>
                </a:cubicBezTo>
                <a:lnTo>
                  <a:pt x="0" y="312041"/>
                </a:lnTo>
                <a:cubicBezTo>
                  <a:pt x="0" y="139706"/>
                  <a:pt x="139706" y="0"/>
                  <a:pt x="312041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7" name="Rectangle 18">
            <a:extLst>
              <a:ext uri="{FF2B5EF4-FFF2-40B4-BE49-F238E27FC236}">
                <a16:creationId xmlns:a16="http://schemas.microsoft.com/office/drawing/2014/main" id="{300E703A-AB2A-4106-B84F-5B13875068CD}"/>
              </a:ext>
            </a:extLst>
          </p:cNvPr>
          <p:cNvSpPr/>
          <p:nvPr/>
        </p:nvSpPr>
        <p:spPr>
          <a:xfrm>
            <a:off x="1860204" y="1186504"/>
            <a:ext cx="335348" cy="266441"/>
          </a:xfrm>
          <a:custGeom>
            <a:avLst/>
            <a:gdLst/>
            <a:ahLst/>
            <a:cxnLst/>
            <a:rect l="l" t="t" r="r" b="b"/>
            <a:pathLst>
              <a:path w="3240000" h="2574247">
                <a:moveTo>
                  <a:pt x="2393400" y="1814089"/>
                </a:moveTo>
                <a:cubicBezTo>
                  <a:pt x="2363577" y="1814089"/>
                  <a:pt x="2339400" y="1838266"/>
                  <a:pt x="2339400" y="1868089"/>
                </a:cubicBezTo>
                <a:cubicBezTo>
                  <a:pt x="2339400" y="1897912"/>
                  <a:pt x="2363577" y="1922089"/>
                  <a:pt x="2393400" y="1922089"/>
                </a:cubicBezTo>
                <a:lnTo>
                  <a:pt x="2573400" y="1922089"/>
                </a:lnTo>
                <a:cubicBezTo>
                  <a:pt x="2603223" y="1922089"/>
                  <a:pt x="2627400" y="1897912"/>
                  <a:pt x="2627400" y="1868089"/>
                </a:cubicBezTo>
                <a:cubicBezTo>
                  <a:pt x="2627400" y="1838266"/>
                  <a:pt x="2603223" y="1814089"/>
                  <a:pt x="2573400" y="1814089"/>
                </a:cubicBezTo>
                <a:close/>
                <a:moveTo>
                  <a:pt x="173344" y="1814089"/>
                </a:moveTo>
                <a:cubicBezTo>
                  <a:pt x="143521" y="1814089"/>
                  <a:pt x="119344" y="1838266"/>
                  <a:pt x="119344" y="1868089"/>
                </a:cubicBezTo>
                <a:cubicBezTo>
                  <a:pt x="119344" y="1897912"/>
                  <a:pt x="143521" y="1922089"/>
                  <a:pt x="173344" y="1922089"/>
                </a:cubicBezTo>
                <a:lnTo>
                  <a:pt x="353344" y="1922089"/>
                </a:lnTo>
                <a:cubicBezTo>
                  <a:pt x="383167" y="1922089"/>
                  <a:pt x="407344" y="1897912"/>
                  <a:pt x="407344" y="1868089"/>
                </a:cubicBezTo>
                <a:cubicBezTo>
                  <a:pt x="407344" y="1838266"/>
                  <a:pt x="383167" y="1814089"/>
                  <a:pt x="353344" y="1814089"/>
                </a:cubicBezTo>
                <a:close/>
                <a:moveTo>
                  <a:pt x="2933496" y="1796081"/>
                </a:moveTo>
                <a:cubicBezTo>
                  <a:pt x="2893727" y="1796081"/>
                  <a:pt x="2861488" y="1828320"/>
                  <a:pt x="2861488" y="1868089"/>
                </a:cubicBezTo>
                <a:cubicBezTo>
                  <a:pt x="2861488" y="1907858"/>
                  <a:pt x="2893727" y="1940097"/>
                  <a:pt x="2933496" y="1940097"/>
                </a:cubicBezTo>
                <a:cubicBezTo>
                  <a:pt x="2973265" y="1940097"/>
                  <a:pt x="3005504" y="1907858"/>
                  <a:pt x="3005504" y="1868089"/>
                </a:cubicBezTo>
                <a:cubicBezTo>
                  <a:pt x="3005504" y="1828320"/>
                  <a:pt x="2973265" y="1796081"/>
                  <a:pt x="2933496" y="1796081"/>
                </a:cubicBezTo>
                <a:close/>
                <a:moveTo>
                  <a:pt x="119344" y="122856"/>
                </a:moveTo>
                <a:lnTo>
                  <a:pt x="119344" y="1728192"/>
                </a:lnTo>
                <a:lnTo>
                  <a:pt x="3120656" y="1728192"/>
                </a:lnTo>
                <a:lnTo>
                  <a:pt x="3120656" y="122856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2016224"/>
                </a:lnTo>
                <a:lnTo>
                  <a:pt x="1812079" y="2016224"/>
                </a:lnTo>
                <a:lnTo>
                  <a:pt x="1857107" y="2320159"/>
                </a:lnTo>
                <a:lnTo>
                  <a:pt x="2357140" y="2320159"/>
                </a:lnTo>
                <a:cubicBezTo>
                  <a:pt x="2427304" y="2320159"/>
                  <a:pt x="2484184" y="2377039"/>
                  <a:pt x="2484184" y="2447203"/>
                </a:cubicBezTo>
                <a:lnTo>
                  <a:pt x="2484184" y="2574247"/>
                </a:lnTo>
                <a:lnTo>
                  <a:pt x="755992" y="2574247"/>
                </a:lnTo>
                <a:lnTo>
                  <a:pt x="755992" y="2447203"/>
                </a:lnTo>
                <a:cubicBezTo>
                  <a:pt x="755992" y="2377039"/>
                  <a:pt x="812872" y="2320159"/>
                  <a:pt x="883036" y="2320159"/>
                </a:cubicBezTo>
                <a:lnTo>
                  <a:pt x="1382894" y="2320159"/>
                </a:lnTo>
                <a:lnTo>
                  <a:pt x="1427922" y="2016224"/>
                </a:lnTo>
                <a:lnTo>
                  <a:pt x="0" y="2016224"/>
                </a:ln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8" name="Rounded Rectangle 25">
            <a:extLst>
              <a:ext uri="{FF2B5EF4-FFF2-40B4-BE49-F238E27FC236}">
                <a16:creationId xmlns:a16="http://schemas.microsoft.com/office/drawing/2014/main" id="{82AAE52F-6C9A-41B5-B972-DF9DC7465321}"/>
              </a:ext>
            </a:extLst>
          </p:cNvPr>
          <p:cNvSpPr/>
          <p:nvPr/>
        </p:nvSpPr>
        <p:spPr>
          <a:xfrm>
            <a:off x="2471922" y="1176156"/>
            <a:ext cx="204209" cy="287136"/>
          </a:xfrm>
          <a:custGeom>
            <a:avLst/>
            <a:gdLst/>
            <a:ahLst/>
            <a:cxnLst/>
            <a:rect l="l" t="t" r="r" b="b"/>
            <a:pathLst>
              <a:path w="2304256" h="3240000">
                <a:moveTo>
                  <a:pt x="954128" y="3024336"/>
                </a:moveTo>
                <a:cubicBezTo>
                  <a:pt x="924305" y="3024336"/>
                  <a:pt x="900128" y="3048513"/>
                  <a:pt x="900128" y="3078336"/>
                </a:cubicBezTo>
                <a:cubicBezTo>
                  <a:pt x="900128" y="3108159"/>
                  <a:pt x="924305" y="3132336"/>
                  <a:pt x="954128" y="3132336"/>
                </a:cubicBezTo>
                <a:lnTo>
                  <a:pt x="1350128" y="3132336"/>
                </a:lnTo>
                <a:cubicBezTo>
                  <a:pt x="1379951" y="3132336"/>
                  <a:pt x="1404128" y="3108159"/>
                  <a:pt x="1404128" y="3078336"/>
                </a:cubicBezTo>
                <a:cubicBezTo>
                  <a:pt x="1404128" y="3048513"/>
                  <a:pt x="1379951" y="3024336"/>
                  <a:pt x="1350128" y="3024336"/>
                </a:cubicBezTo>
                <a:close/>
                <a:moveTo>
                  <a:pt x="131531" y="224650"/>
                </a:moveTo>
                <a:lnTo>
                  <a:pt x="131531" y="2888946"/>
                </a:lnTo>
                <a:lnTo>
                  <a:pt x="2172725" y="2888946"/>
                </a:lnTo>
                <a:lnTo>
                  <a:pt x="2172725" y="224650"/>
                </a:lnTo>
                <a:close/>
                <a:moveTo>
                  <a:pt x="936128" y="73520"/>
                </a:moveTo>
                <a:cubicBezTo>
                  <a:pt x="916246" y="73520"/>
                  <a:pt x="900128" y="89638"/>
                  <a:pt x="900128" y="109520"/>
                </a:cubicBezTo>
                <a:cubicBezTo>
                  <a:pt x="900128" y="129402"/>
                  <a:pt x="916246" y="145520"/>
                  <a:pt x="936128" y="145520"/>
                </a:cubicBezTo>
                <a:lnTo>
                  <a:pt x="1368128" y="145520"/>
                </a:lnTo>
                <a:cubicBezTo>
                  <a:pt x="1388010" y="145520"/>
                  <a:pt x="1404128" y="129402"/>
                  <a:pt x="1404128" y="109520"/>
                </a:cubicBezTo>
                <a:cubicBezTo>
                  <a:pt x="1404128" y="89638"/>
                  <a:pt x="1388010" y="73520"/>
                  <a:pt x="1368128" y="73520"/>
                </a:cubicBezTo>
                <a:close/>
                <a:moveTo>
                  <a:pt x="155330" y="0"/>
                </a:moveTo>
                <a:lnTo>
                  <a:pt x="2148926" y="0"/>
                </a:lnTo>
                <a:cubicBezTo>
                  <a:pt x="2234712" y="0"/>
                  <a:pt x="2304256" y="69544"/>
                  <a:pt x="2304256" y="155330"/>
                </a:cubicBezTo>
                <a:lnTo>
                  <a:pt x="2304256" y="3084670"/>
                </a:lnTo>
                <a:cubicBezTo>
                  <a:pt x="2304256" y="3170456"/>
                  <a:pt x="2234712" y="3240000"/>
                  <a:pt x="2148926" y="3240000"/>
                </a:cubicBezTo>
                <a:lnTo>
                  <a:pt x="155330" y="3240000"/>
                </a:lnTo>
                <a:cubicBezTo>
                  <a:pt x="69544" y="3240000"/>
                  <a:pt x="0" y="3170456"/>
                  <a:pt x="0" y="3084670"/>
                </a:cubicBezTo>
                <a:lnTo>
                  <a:pt x="0" y="155330"/>
                </a:lnTo>
                <a:cubicBezTo>
                  <a:pt x="0" y="69544"/>
                  <a:pt x="69544" y="0"/>
                  <a:pt x="155330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9" name="Chord 14">
            <a:extLst>
              <a:ext uri="{FF2B5EF4-FFF2-40B4-BE49-F238E27FC236}">
                <a16:creationId xmlns:a16="http://schemas.microsoft.com/office/drawing/2014/main" id="{FE250488-9F8E-42BE-AF77-28976A321631}"/>
              </a:ext>
            </a:extLst>
          </p:cNvPr>
          <p:cNvSpPr/>
          <p:nvPr/>
        </p:nvSpPr>
        <p:spPr>
          <a:xfrm>
            <a:off x="1628827" y="3213507"/>
            <a:ext cx="350089" cy="441784"/>
          </a:xfrm>
          <a:custGeom>
            <a:avLst/>
            <a:gdLst/>
            <a:ahLst/>
            <a:cxnLst/>
            <a:rect l="l" t="t" r="r" b="b"/>
            <a:pathLst>
              <a:path w="2120980" h="2676504">
                <a:moveTo>
                  <a:pt x="824057" y="2198115"/>
                </a:moveTo>
                <a:lnTo>
                  <a:pt x="824057" y="2229022"/>
                </a:lnTo>
                <a:lnTo>
                  <a:pt x="751177" y="2229022"/>
                </a:lnTo>
                <a:lnTo>
                  <a:pt x="751177" y="2510330"/>
                </a:lnTo>
                <a:lnTo>
                  <a:pt x="824057" y="2510330"/>
                </a:lnTo>
                <a:lnTo>
                  <a:pt x="824057" y="2541237"/>
                </a:lnTo>
                <a:lnTo>
                  <a:pt x="1298129" y="2541237"/>
                </a:lnTo>
                <a:lnTo>
                  <a:pt x="1298129" y="2510330"/>
                </a:lnTo>
                <a:lnTo>
                  <a:pt x="1371008" y="2510330"/>
                </a:lnTo>
                <a:lnTo>
                  <a:pt x="1371008" y="2229022"/>
                </a:lnTo>
                <a:lnTo>
                  <a:pt x="1298129" y="2229022"/>
                </a:lnTo>
                <a:lnTo>
                  <a:pt x="1298129" y="2198115"/>
                </a:lnTo>
                <a:close/>
                <a:moveTo>
                  <a:pt x="1933495" y="134375"/>
                </a:moveTo>
                <a:cubicBezTo>
                  <a:pt x="1872496" y="128267"/>
                  <a:pt x="1778964" y="206162"/>
                  <a:pt x="1655092" y="316398"/>
                </a:cubicBezTo>
                <a:lnTo>
                  <a:pt x="1655092" y="762581"/>
                </a:lnTo>
                <a:lnTo>
                  <a:pt x="1651862" y="762581"/>
                </a:lnTo>
                <a:cubicBezTo>
                  <a:pt x="1647824" y="843406"/>
                  <a:pt x="1633793" y="920606"/>
                  <a:pt x="1611266" y="992211"/>
                </a:cubicBezTo>
                <a:cubicBezTo>
                  <a:pt x="1739269" y="1047184"/>
                  <a:pt x="1828260" y="986425"/>
                  <a:pt x="1895778" y="900656"/>
                </a:cubicBezTo>
                <a:cubicBezTo>
                  <a:pt x="1964561" y="813279"/>
                  <a:pt x="2016746" y="624382"/>
                  <a:pt x="2016490" y="465292"/>
                </a:cubicBezTo>
                <a:cubicBezTo>
                  <a:pt x="2023696" y="232949"/>
                  <a:pt x="1995287" y="140561"/>
                  <a:pt x="1933495" y="134375"/>
                </a:cubicBezTo>
                <a:close/>
                <a:moveTo>
                  <a:pt x="187485" y="134375"/>
                </a:moveTo>
                <a:cubicBezTo>
                  <a:pt x="125693" y="140561"/>
                  <a:pt x="97284" y="232949"/>
                  <a:pt x="104490" y="465292"/>
                </a:cubicBezTo>
                <a:cubicBezTo>
                  <a:pt x="104234" y="624382"/>
                  <a:pt x="156419" y="813279"/>
                  <a:pt x="225202" y="900656"/>
                </a:cubicBezTo>
                <a:cubicBezTo>
                  <a:pt x="292944" y="986710"/>
                  <a:pt x="382303" y="1047587"/>
                  <a:pt x="511026" y="991745"/>
                </a:cubicBezTo>
                <a:cubicBezTo>
                  <a:pt x="488627" y="920189"/>
                  <a:pt x="474740" y="843131"/>
                  <a:pt x="470841" y="762581"/>
                </a:cubicBezTo>
                <a:lnTo>
                  <a:pt x="467092" y="762581"/>
                </a:lnTo>
                <a:lnTo>
                  <a:pt x="467092" y="317447"/>
                </a:lnTo>
                <a:cubicBezTo>
                  <a:pt x="342616" y="206663"/>
                  <a:pt x="248680" y="128248"/>
                  <a:pt x="187485" y="134375"/>
                </a:cubicBezTo>
                <a:close/>
                <a:moveTo>
                  <a:pt x="171293" y="338"/>
                </a:moveTo>
                <a:cubicBezTo>
                  <a:pt x="267101" y="7324"/>
                  <a:pt x="383647" y="121035"/>
                  <a:pt x="467092" y="183917"/>
                </a:cubicBezTo>
                <a:lnTo>
                  <a:pt x="467092" y="127304"/>
                </a:lnTo>
                <a:cubicBezTo>
                  <a:pt x="446033" y="120339"/>
                  <a:pt x="431092" y="100383"/>
                  <a:pt x="431092" y="76938"/>
                </a:cubicBezTo>
                <a:cubicBezTo>
                  <a:pt x="431092" y="47115"/>
                  <a:pt x="455269" y="22938"/>
                  <a:pt x="485092" y="22938"/>
                </a:cubicBezTo>
                <a:lnTo>
                  <a:pt x="1637092" y="22938"/>
                </a:lnTo>
                <a:cubicBezTo>
                  <a:pt x="1666915" y="22938"/>
                  <a:pt x="1691092" y="47115"/>
                  <a:pt x="1691092" y="76938"/>
                </a:cubicBezTo>
                <a:cubicBezTo>
                  <a:pt x="1691092" y="100383"/>
                  <a:pt x="1676151" y="120339"/>
                  <a:pt x="1655092" y="127304"/>
                </a:cubicBezTo>
                <a:lnTo>
                  <a:pt x="1655092" y="182958"/>
                </a:lnTo>
                <a:cubicBezTo>
                  <a:pt x="1738474" y="119924"/>
                  <a:pt x="1854348" y="7289"/>
                  <a:pt x="1949687" y="338"/>
                </a:cubicBezTo>
                <a:cubicBezTo>
                  <a:pt x="2046947" y="-6754"/>
                  <a:pt x="2122836" y="96139"/>
                  <a:pt x="2120946" y="473736"/>
                </a:cubicBezTo>
                <a:cubicBezTo>
                  <a:pt x="2117166" y="673942"/>
                  <a:pt x="2058714" y="872497"/>
                  <a:pt x="1966316" y="974360"/>
                </a:cubicBezTo>
                <a:cubicBezTo>
                  <a:pt x="1875288" y="1074712"/>
                  <a:pt x="1740706" y="1159472"/>
                  <a:pt x="1574365" y="1087619"/>
                </a:cubicBezTo>
                <a:cubicBezTo>
                  <a:pt x="1498402" y="1256706"/>
                  <a:pt x="1371540" y="1383225"/>
                  <a:pt x="1220432" y="1434843"/>
                </a:cubicBezTo>
                <a:lnTo>
                  <a:pt x="1220432" y="1524098"/>
                </a:lnTo>
                <a:cubicBezTo>
                  <a:pt x="1242816" y="1529237"/>
                  <a:pt x="1259092" y="1549488"/>
                  <a:pt x="1259092" y="1573540"/>
                </a:cubicBezTo>
                <a:lnTo>
                  <a:pt x="1259092" y="1782216"/>
                </a:lnTo>
                <a:cubicBezTo>
                  <a:pt x="1259092" y="1806269"/>
                  <a:pt x="1242816" y="1826519"/>
                  <a:pt x="1220432" y="1831659"/>
                </a:cubicBezTo>
                <a:lnTo>
                  <a:pt x="1220432" y="1899972"/>
                </a:lnTo>
                <a:cubicBezTo>
                  <a:pt x="1220432" y="1908643"/>
                  <a:pt x="1218317" y="1916820"/>
                  <a:pt x="1214011" y="1923722"/>
                </a:cubicBezTo>
                <a:cubicBezTo>
                  <a:pt x="1480406" y="1939701"/>
                  <a:pt x="1673079" y="1996147"/>
                  <a:pt x="1682229" y="2062848"/>
                </a:cubicBezTo>
                <a:lnTo>
                  <a:pt x="1925188" y="2062848"/>
                </a:lnTo>
                <a:lnTo>
                  <a:pt x="1925188" y="2676504"/>
                </a:lnTo>
                <a:lnTo>
                  <a:pt x="196996" y="2676504"/>
                </a:lnTo>
                <a:lnTo>
                  <a:pt x="196996" y="2062848"/>
                </a:lnTo>
                <a:lnTo>
                  <a:pt x="427501" y="2062848"/>
                </a:lnTo>
                <a:cubicBezTo>
                  <a:pt x="436455" y="1995236"/>
                  <a:pt x="634470" y="1937990"/>
                  <a:pt x="907722" y="1923052"/>
                </a:cubicBezTo>
                <a:cubicBezTo>
                  <a:pt x="903729" y="1916275"/>
                  <a:pt x="901752" y="1908354"/>
                  <a:pt x="901752" y="1899972"/>
                </a:cubicBezTo>
                <a:lnTo>
                  <a:pt x="901752" y="1831659"/>
                </a:lnTo>
                <a:cubicBezTo>
                  <a:pt x="879369" y="1826519"/>
                  <a:pt x="863092" y="1806269"/>
                  <a:pt x="863092" y="1782216"/>
                </a:cubicBezTo>
                <a:lnTo>
                  <a:pt x="863092" y="1573540"/>
                </a:lnTo>
                <a:cubicBezTo>
                  <a:pt x="863092" y="1549488"/>
                  <a:pt x="879369" y="1529237"/>
                  <a:pt x="901752" y="1524098"/>
                </a:cubicBezTo>
                <a:lnTo>
                  <a:pt x="901752" y="1435225"/>
                </a:lnTo>
                <a:cubicBezTo>
                  <a:pt x="750211" y="1383280"/>
                  <a:pt x="623484" y="1256276"/>
                  <a:pt x="547795" y="1087211"/>
                </a:cubicBezTo>
                <a:cubicBezTo>
                  <a:pt x="380891" y="1159861"/>
                  <a:pt x="245901" y="1074942"/>
                  <a:pt x="154664" y="974360"/>
                </a:cubicBezTo>
                <a:cubicBezTo>
                  <a:pt x="62266" y="872497"/>
                  <a:pt x="3814" y="673942"/>
                  <a:pt x="34" y="473736"/>
                </a:cubicBezTo>
                <a:cubicBezTo>
                  <a:pt x="-1856" y="96139"/>
                  <a:pt x="74033" y="-6754"/>
                  <a:pt x="171293" y="338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0" name="Rounded Rectangle 6">
            <a:extLst>
              <a:ext uri="{FF2B5EF4-FFF2-40B4-BE49-F238E27FC236}">
                <a16:creationId xmlns:a16="http://schemas.microsoft.com/office/drawing/2014/main" id="{1D96CC64-8E92-44D5-92E6-11D1748D8D64}"/>
              </a:ext>
            </a:extLst>
          </p:cNvPr>
          <p:cNvSpPr/>
          <p:nvPr/>
        </p:nvSpPr>
        <p:spPr>
          <a:xfrm>
            <a:off x="598601" y="1121259"/>
            <a:ext cx="347025" cy="352816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1" name="Oval 66">
            <a:extLst>
              <a:ext uri="{FF2B5EF4-FFF2-40B4-BE49-F238E27FC236}">
                <a16:creationId xmlns:a16="http://schemas.microsoft.com/office/drawing/2014/main" id="{96B1CC9B-E5D1-438F-BE72-4C7CBE75A845}"/>
              </a:ext>
            </a:extLst>
          </p:cNvPr>
          <p:cNvSpPr/>
          <p:nvPr/>
        </p:nvSpPr>
        <p:spPr>
          <a:xfrm rot="20700000">
            <a:off x="1777424" y="1915196"/>
            <a:ext cx="374702" cy="320962"/>
          </a:xfrm>
          <a:custGeom>
            <a:avLst/>
            <a:gdLst/>
            <a:ahLst/>
            <a:cxnLst/>
            <a:rect l="l" t="t" r="r" b="b"/>
            <a:pathLst>
              <a:path w="2901316" h="2485205">
                <a:moveTo>
                  <a:pt x="2901316" y="8833"/>
                </a:moveTo>
                <a:lnTo>
                  <a:pt x="2885407" y="69738"/>
                </a:lnTo>
                <a:lnTo>
                  <a:pt x="2890344" y="71061"/>
                </a:lnTo>
                <a:lnTo>
                  <a:pt x="2331295" y="2157461"/>
                </a:lnTo>
                <a:lnTo>
                  <a:pt x="2322295" y="2155049"/>
                </a:lnTo>
                <a:cubicBezTo>
                  <a:pt x="2311779" y="2339141"/>
                  <a:pt x="2127696" y="2485205"/>
                  <a:pt x="1902404" y="2485205"/>
                </a:cubicBezTo>
                <a:cubicBezTo>
                  <a:pt x="1669201" y="2485205"/>
                  <a:pt x="1480151" y="2328701"/>
                  <a:pt x="1480150" y="2135644"/>
                </a:cubicBezTo>
                <a:cubicBezTo>
                  <a:pt x="1480150" y="1942587"/>
                  <a:pt x="1669200" y="1786083"/>
                  <a:pt x="1902404" y="1786083"/>
                </a:cubicBezTo>
                <a:cubicBezTo>
                  <a:pt x="2026046" y="1786083"/>
                  <a:pt x="2137276" y="1830075"/>
                  <a:pt x="2213623" y="1901150"/>
                </a:cubicBezTo>
                <a:lnTo>
                  <a:pt x="2586815" y="508378"/>
                </a:lnTo>
                <a:lnTo>
                  <a:pt x="1283297" y="508378"/>
                </a:lnTo>
                <a:lnTo>
                  <a:pt x="847984" y="2132988"/>
                </a:lnTo>
                <a:lnTo>
                  <a:pt x="841776" y="2131324"/>
                </a:lnTo>
                <a:cubicBezTo>
                  <a:pt x="829584" y="2314002"/>
                  <a:pt x="646295" y="2458448"/>
                  <a:pt x="422254" y="2458448"/>
                </a:cubicBezTo>
                <a:cubicBezTo>
                  <a:pt x="189051" y="2458448"/>
                  <a:pt x="1" y="2301944"/>
                  <a:pt x="0" y="2108887"/>
                </a:cubicBezTo>
                <a:cubicBezTo>
                  <a:pt x="0" y="1915830"/>
                  <a:pt x="189051" y="1759326"/>
                  <a:pt x="422255" y="1759326"/>
                </a:cubicBezTo>
                <a:cubicBezTo>
                  <a:pt x="544771" y="1759326"/>
                  <a:pt x="655100" y="1802522"/>
                  <a:pt x="731465" y="1872378"/>
                </a:cubicBezTo>
                <a:lnTo>
                  <a:pt x="1233167" y="0"/>
                </a:lnTo>
                <a:lnTo>
                  <a:pt x="1266129" y="8833"/>
                </a:ln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2" name="Isosceles Triangle 13">
            <a:extLst>
              <a:ext uri="{FF2B5EF4-FFF2-40B4-BE49-F238E27FC236}">
                <a16:creationId xmlns:a16="http://schemas.microsoft.com/office/drawing/2014/main" id="{23E41CFB-5E32-4340-8122-160FC21572C1}"/>
              </a:ext>
            </a:extLst>
          </p:cNvPr>
          <p:cNvSpPr/>
          <p:nvPr/>
        </p:nvSpPr>
        <p:spPr>
          <a:xfrm rot="10800000">
            <a:off x="1129122" y="3179774"/>
            <a:ext cx="257150" cy="509251"/>
          </a:xfrm>
          <a:custGeom>
            <a:avLst/>
            <a:gdLst/>
            <a:ahLst/>
            <a:cxnLst/>
            <a:rect l="l" t="t" r="r" b="b"/>
            <a:pathLst>
              <a:path w="1613569" h="3195455">
                <a:moveTo>
                  <a:pt x="1348422" y="2012960"/>
                </a:moveTo>
                <a:lnTo>
                  <a:pt x="264249" y="2012960"/>
                </a:lnTo>
                <a:cubicBezTo>
                  <a:pt x="99656" y="1932015"/>
                  <a:pt x="172" y="1814225"/>
                  <a:pt x="0" y="1686651"/>
                </a:cubicBezTo>
                <a:lnTo>
                  <a:pt x="716785" y="1678553"/>
                </a:lnTo>
                <a:lnTo>
                  <a:pt x="716785" y="360000"/>
                </a:lnTo>
                <a:lnTo>
                  <a:pt x="716785" y="355479"/>
                </a:lnTo>
                <a:lnTo>
                  <a:pt x="717916" y="355479"/>
                </a:lnTo>
                <a:lnTo>
                  <a:pt x="806785" y="0"/>
                </a:lnTo>
                <a:lnTo>
                  <a:pt x="895655" y="355479"/>
                </a:lnTo>
                <a:lnTo>
                  <a:pt x="896785" y="355479"/>
                </a:lnTo>
                <a:lnTo>
                  <a:pt x="896785" y="360000"/>
                </a:lnTo>
                <a:lnTo>
                  <a:pt x="896785" y="1676520"/>
                </a:lnTo>
                <a:lnTo>
                  <a:pt x="1612906" y="1668429"/>
                </a:lnTo>
                <a:cubicBezTo>
                  <a:pt x="1622778" y="1802631"/>
                  <a:pt x="1521918" y="1928220"/>
                  <a:pt x="1348422" y="2012960"/>
                </a:cubicBezTo>
                <a:close/>
                <a:moveTo>
                  <a:pt x="1175921" y="2908428"/>
                </a:moveTo>
                <a:lnTo>
                  <a:pt x="437641" y="2908428"/>
                </a:lnTo>
                <a:lnTo>
                  <a:pt x="250570" y="2083962"/>
                </a:lnTo>
                <a:lnTo>
                  <a:pt x="1362992" y="2083962"/>
                </a:lnTo>
                <a:close/>
                <a:moveTo>
                  <a:pt x="1155969" y="3195455"/>
                </a:moveTo>
                <a:lnTo>
                  <a:pt x="457593" y="3195455"/>
                </a:lnTo>
                <a:cubicBezTo>
                  <a:pt x="397940" y="3195455"/>
                  <a:pt x="349581" y="3147096"/>
                  <a:pt x="349581" y="3087443"/>
                </a:cubicBezTo>
                <a:cubicBezTo>
                  <a:pt x="349581" y="3027790"/>
                  <a:pt x="397940" y="2979431"/>
                  <a:pt x="457593" y="2979431"/>
                </a:cubicBezTo>
                <a:lnTo>
                  <a:pt x="1155969" y="2979431"/>
                </a:lnTo>
                <a:cubicBezTo>
                  <a:pt x="1215622" y="2979431"/>
                  <a:pt x="1263981" y="3027790"/>
                  <a:pt x="1263981" y="3087443"/>
                </a:cubicBezTo>
                <a:cubicBezTo>
                  <a:pt x="1263981" y="3147096"/>
                  <a:pt x="1215622" y="3195455"/>
                  <a:pt x="1155969" y="3195455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3" name="Smiley Face 14">
            <a:extLst>
              <a:ext uri="{FF2B5EF4-FFF2-40B4-BE49-F238E27FC236}">
                <a16:creationId xmlns:a16="http://schemas.microsoft.com/office/drawing/2014/main" id="{25DF5FDF-DB7C-4191-AD44-298B5645702E}"/>
              </a:ext>
            </a:extLst>
          </p:cNvPr>
          <p:cNvSpPr/>
          <p:nvPr/>
        </p:nvSpPr>
        <p:spPr>
          <a:xfrm>
            <a:off x="2787800" y="3243205"/>
            <a:ext cx="382387" cy="382388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4" name="Smiley Face 12">
            <a:extLst>
              <a:ext uri="{FF2B5EF4-FFF2-40B4-BE49-F238E27FC236}">
                <a16:creationId xmlns:a16="http://schemas.microsoft.com/office/drawing/2014/main" id="{7602233C-F060-47DE-A353-50E5E23DF25B}"/>
              </a:ext>
            </a:extLst>
          </p:cNvPr>
          <p:cNvSpPr/>
          <p:nvPr/>
        </p:nvSpPr>
        <p:spPr>
          <a:xfrm>
            <a:off x="4524848" y="3243205"/>
            <a:ext cx="382387" cy="382388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613470" y="2077417"/>
                </a:moveTo>
                <a:cubicBezTo>
                  <a:pt x="1358886" y="2080042"/>
                  <a:pt x="1130625" y="2234862"/>
                  <a:pt x="1034031" y="2470424"/>
                </a:cubicBezTo>
                <a:lnTo>
                  <a:pt x="1213303" y="2543936"/>
                </a:lnTo>
                <a:cubicBezTo>
                  <a:pt x="1280345" y="2380442"/>
                  <a:pt x="1438772" y="2272988"/>
                  <a:pt x="1615468" y="2271166"/>
                </a:cubicBezTo>
                <a:cubicBezTo>
                  <a:pt x="1792164" y="2269344"/>
                  <a:pt x="1952774" y="2373507"/>
                  <a:pt x="2023173" y="2535584"/>
                </a:cubicBezTo>
                <a:lnTo>
                  <a:pt x="2200891" y="2458391"/>
                </a:lnTo>
                <a:cubicBezTo>
                  <a:pt x="2099460" y="2224871"/>
                  <a:pt x="1868054" y="2074792"/>
                  <a:pt x="1613470" y="2077417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9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8" y="276671"/>
                </a:lnTo>
                <a:lnTo>
                  <a:pt x="2650471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30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30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1" y="2870071"/>
                </a:lnTo>
                <a:lnTo>
                  <a:pt x="2525758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9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3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4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3" y="2802158"/>
                  <a:pt x="474487" y="2765513"/>
                </a:cubicBezTo>
                <a:cubicBezTo>
                  <a:pt x="437842" y="2728868"/>
                  <a:pt x="402944" y="2690475"/>
                  <a:pt x="369930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5" y="2438097"/>
                  <a:pt x="195526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5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5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6" y="847812"/>
                </a:cubicBezTo>
                <a:cubicBezTo>
                  <a:pt x="220465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30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3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4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5" name="Smiley Face 15">
            <a:extLst>
              <a:ext uri="{FF2B5EF4-FFF2-40B4-BE49-F238E27FC236}">
                <a16:creationId xmlns:a16="http://schemas.microsoft.com/office/drawing/2014/main" id="{E90433A6-B721-4EF9-90DD-FB424C020920}"/>
              </a:ext>
            </a:extLst>
          </p:cNvPr>
          <p:cNvSpPr/>
          <p:nvPr/>
        </p:nvSpPr>
        <p:spPr>
          <a:xfrm>
            <a:off x="3369612" y="3245303"/>
            <a:ext cx="378193" cy="378193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98433" y="2114441"/>
                </a:moveTo>
                <a:lnTo>
                  <a:pt x="1355104" y="2367205"/>
                </a:lnTo>
                <a:lnTo>
                  <a:pt x="1411009" y="2575845"/>
                </a:lnTo>
                <a:lnTo>
                  <a:pt x="2354338" y="2323081"/>
                </a:ln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6" name="Oval 37">
            <a:extLst>
              <a:ext uri="{FF2B5EF4-FFF2-40B4-BE49-F238E27FC236}">
                <a16:creationId xmlns:a16="http://schemas.microsoft.com/office/drawing/2014/main" id="{10A15FC4-01C2-418E-A6A9-9C82DF9AB0A9}"/>
              </a:ext>
            </a:extLst>
          </p:cNvPr>
          <p:cNvSpPr/>
          <p:nvPr/>
        </p:nvSpPr>
        <p:spPr>
          <a:xfrm>
            <a:off x="5106661" y="3240882"/>
            <a:ext cx="387034" cy="38703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49999" y="2117384"/>
                </a:moveTo>
                <a:lnTo>
                  <a:pt x="990192" y="2131776"/>
                </a:lnTo>
                <a:cubicBezTo>
                  <a:pt x="998682" y="2476365"/>
                  <a:pt x="1282526" y="2750154"/>
                  <a:pt x="1627197" y="2746216"/>
                </a:cubicBezTo>
                <a:cubicBezTo>
                  <a:pt x="1971867" y="2742279"/>
                  <a:pt x="2249383" y="2462077"/>
                  <a:pt x="2249999" y="2117384"/>
                </a:cubicBezTo>
                <a:close/>
                <a:moveTo>
                  <a:pt x="2505352" y="784338"/>
                </a:moveTo>
                <a:lnTo>
                  <a:pt x="1869332" y="1428843"/>
                </a:lnTo>
                <a:lnTo>
                  <a:pt x="2505352" y="1522122"/>
                </a:lnTo>
                <a:lnTo>
                  <a:pt x="2505352" y="1378597"/>
                </a:lnTo>
                <a:lnTo>
                  <a:pt x="2187887" y="1332038"/>
                </a:lnTo>
                <a:lnTo>
                  <a:pt x="2505352" y="1010338"/>
                </a:lnTo>
                <a:close/>
                <a:moveTo>
                  <a:pt x="734649" y="784338"/>
                </a:moveTo>
                <a:lnTo>
                  <a:pt x="734649" y="1010338"/>
                </a:lnTo>
                <a:lnTo>
                  <a:pt x="1052115" y="1332038"/>
                </a:lnTo>
                <a:lnTo>
                  <a:pt x="734649" y="1378597"/>
                </a:lnTo>
                <a:lnTo>
                  <a:pt x="734649" y="1522122"/>
                </a:lnTo>
                <a:lnTo>
                  <a:pt x="1370670" y="1428843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Smiley Face 14">
            <a:extLst>
              <a:ext uri="{FF2B5EF4-FFF2-40B4-BE49-F238E27FC236}">
                <a16:creationId xmlns:a16="http://schemas.microsoft.com/office/drawing/2014/main" id="{815CB3F9-3E2D-44C0-9E29-7042A3B62814}"/>
              </a:ext>
            </a:extLst>
          </p:cNvPr>
          <p:cNvSpPr/>
          <p:nvPr/>
        </p:nvSpPr>
        <p:spPr>
          <a:xfrm>
            <a:off x="3947230" y="3245303"/>
            <a:ext cx="378193" cy="378193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937973" y="986566"/>
                </a:moveTo>
                <a:cubicBezTo>
                  <a:pt x="850807" y="983371"/>
                  <a:pt x="762813" y="1002775"/>
                  <a:pt x="683096" y="1045110"/>
                </a:cubicBezTo>
                <a:cubicBezTo>
                  <a:pt x="523662" y="1129780"/>
                  <a:pt x="421680" y="1293248"/>
                  <a:pt x="415731" y="1473672"/>
                </a:cubicBezTo>
                <a:lnTo>
                  <a:pt x="615852" y="1480270"/>
                </a:lnTo>
                <a:cubicBezTo>
                  <a:pt x="619438" y="1371518"/>
                  <a:pt x="680908" y="1272986"/>
                  <a:pt x="777009" y="1221950"/>
                </a:cubicBezTo>
                <a:cubicBezTo>
                  <a:pt x="873110" y="1170914"/>
                  <a:pt x="989166" y="1175167"/>
                  <a:pt x="1081273" y="1233100"/>
                </a:cubicBezTo>
                <a:cubicBezTo>
                  <a:pt x="1173381" y="1291033"/>
                  <a:pt x="1227475" y="1393800"/>
                  <a:pt x="1223091" y="1502523"/>
                </a:cubicBezTo>
                <a:lnTo>
                  <a:pt x="1423160" y="1510590"/>
                </a:lnTo>
                <a:cubicBezTo>
                  <a:pt x="1430433" y="1330214"/>
                  <a:pt x="1340689" y="1159721"/>
                  <a:pt x="1187880" y="1063608"/>
                </a:cubicBezTo>
                <a:cubicBezTo>
                  <a:pt x="1111476" y="1015552"/>
                  <a:pt x="1025138" y="989760"/>
                  <a:pt x="937973" y="986566"/>
                </a:cubicBezTo>
                <a:close/>
                <a:moveTo>
                  <a:pt x="2306124" y="986566"/>
                </a:moveTo>
                <a:cubicBezTo>
                  <a:pt x="2218958" y="983371"/>
                  <a:pt x="2130964" y="1002775"/>
                  <a:pt x="2051247" y="1045110"/>
                </a:cubicBezTo>
                <a:cubicBezTo>
                  <a:pt x="1891813" y="1129780"/>
                  <a:pt x="1789831" y="1293248"/>
                  <a:pt x="1783882" y="1473672"/>
                </a:cubicBezTo>
                <a:lnTo>
                  <a:pt x="1984003" y="1480270"/>
                </a:lnTo>
                <a:cubicBezTo>
                  <a:pt x="1987589" y="1371518"/>
                  <a:pt x="2049059" y="1272986"/>
                  <a:pt x="2145160" y="1221950"/>
                </a:cubicBezTo>
                <a:cubicBezTo>
                  <a:pt x="2241261" y="1170914"/>
                  <a:pt x="2357317" y="1175167"/>
                  <a:pt x="2449424" y="1233100"/>
                </a:cubicBezTo>
                <a:cubicBezTo>
                  <a:pt x="2541532" y="1291033"/>
                  <a:pt x="2595626" y="1393800"/>
                  <a:pt x="2591242" y="1502523"/>
                </a:cubicBezTo>
                <a:lnTo>
                  <a:pt x="2791311" y="1510590"/>
                </a:lnTo>
                <a:cubicBezTo>
                  <a:pt x="2798584" y="1330214"/>
                  <a:pt x="2708840" y="1159721"/>
                  <a:pt x="2556031" y="1063608"/>
                </a:cubicBezTo>
                <a:cubicBezTo>
                  <a:pt x="2479627" y="1015552"/>
                  <a:pt x="2393289" y="989760"/>
                  <a:pt x="2306124" y="98656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8C7A936C-B858-49AE-B0CE-06FF8B47FF22}"/>
              </a:ext>
            </a:extLst>
          </p:cNvPr>
          <p:cNvSpPr/>
          <p:nvPr/>
        </p:nvSpPr>
        <p:spPr>
          <a:xfrm rot="2700000">
            <a:off x="1223007" y="1837304"/>
            <a:ext cx="265920" cy="476746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C638F7EF-9B6A-43BE-8A0A-024D85AF31CB}"/>
              </a:ext>
            </a:extLst>
          </p:cNvPr>
          <p:cNvSpPr/>
          <p:nvPr/>
        </p:nvSpPr>
        <p:spPr>
          <a:xfrm>
            <a:off x="591636" y="1854444"/>
            <a:ext cx="360125" cy="337109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Round Same Side Corner Rectangle 6">
            <a:extLst>
              <a:ext uri="{FF2B5EF4-FFF2-40B4-BE49-F238E27FC236}">
                <a16:creationId xmlns:a16="http://schemas.microsoft.com/office/drawing/2014/main" id="{50249BFC-DAB1-4F7B-8E1E-906F4332CD6A}"/>
              </a:ext>
            </a:extLst>
          </p:cNvPr>
          <p:cNvSpPr/>
          <p:nvPr/>
        </p:nvSpPr>
        <p:spPr>
          <a:xfrm rot="2700000">
            <a:off x="2352091" y="3173313"/>
            <a:ext cx="130246" cy="522172"/>
          </a:xfrm>
          <a:custGeom>
            <a:avLst/>
            <a:gdLst/>
            <a:ahLst/>
            <a:cxnLst/>
            <a:rect l="l" t="t" r="r" b="b"/>
            <a:pathLst>
              <a:path w="1035916" h="4153123">
                <a:moveTo>
                  <a:pt x="277501" y="3759099"/>
                </a:moveTo>
                <a:lnTo>
                  <a:pt x="758408" y="3759099"/>
                </a:lnTo>
                <a:lnTo>
                  <a:pt x="517954" y="4153123"/>
                </a:lnTo>
                <a:close/>
                <a:moveTo>
                  <a:pt x="42612" y="2944898"/>
                </a:moveTo>
                <a:cubicBezTo>
                  <a:pt x="153922" y="2941505"/>
                  <a:pt x="246502" y="2889483"/>
                  <a:pt x="275675" y="2819018"/>
                </a:cubicBezTo>
                <a:cubicBezTo>
                  <a:pt x="304648" y="2892614"/>
                  <a:pt x="403763" y="2945872"/>
                  <a:pt x="521107" y="2945872"/>
                </a:cubicBezTo>
                <a:cubicBezTo>
                  <a:pt x="638453" y="2945872"/>
                  <a:pt x="737567" y="2892613"/>
                  <a:pt x="766540" y="2819017"/>
                </a:cubicBezTo>
                <a:cubicBezTo>
                  <a:pt x="795133" y="2888142"/>
                  <a:pt x="884783" y="2939514"/>
                  <a:pt x="993299" y="2944464"/>
                </a:cubicBezTo>
                <a:lnTo>
                  <a:pt x="776840" y="3657264"/>
                </a:lnTo>
                <a:lnTo>
                  <a:pt x="258940" y="3657264"/>
                </a:lnTo>
                <a:close/>
                <a:moveTo>
                  <a:pt x="809102" y="564558"/>
                </a:moveTo>
                <a:lnTo>
                  <a:pt x="1035914" y="564558"/>
                </a:lnTo>
                <a:lnTo>
                  <a:pt x="1035915" y="2838682"/>
                </a:lnTo>
                <a:cubicBezTo>
                  <a:pt x="1029586" y="2840409"/>
                  <a:pt x="1023074" y="2840731"/>
                  <a:pt x="1016490" y="2840731"/>
                </a:cubicBezTo>
                <a:cubicBezTo>
                  <a:pt x="901952" y="2840731"/>
                  <a:pt x="809102" y="2743612"/>
                  <a:pt x="809101" y="2623810"/>
                </a:cubicBezTo>
                <a:close/>
                <a:moveTo>
                  <a:pt x="310569" y="564558"/>
                </a:moveTo>
                <a:lnTo>
                  <a:pt x="725347" y="564558"/>
                </a:lnTo>
                <a:lnTo>
                  <a:pt x="725347" y="2633342"/>
                </a:lnTo>
                <a:cubicBezTo>
                  <a:pt x="725347" y="2747880"/>
                  <a:pt x="632496" y="2840731"/>
                  <a:pt x="517958" y="2840731"/>
                </a:cubicBezTo>
                <a:cubicBezTo>
                  <a:pt x="403420" y="2840731"/>
                  <a:pt x="310569" y="2747880"/>
                  <a:pt x="310569" y="2633342"/>
                </a:cubicBezTo>
                <a:close/>
                <a:moveTo>
                  <a:pt x="0" y="564557"/>
                </a:moveTo>
                <a:lnTo>
                  <a:pt x="226813" y="564557"/>
                </a:lnTo>
                <a:lnTo>
                  <a:pt x="226813" y="2623810"/>
                </a:lnTo>
                <a:cubicBezTo>
                  <a:pt x="226813" y="2743612"/>
                  <a:pt x="133962" y="2840731"/>
                  <a:pt x="19424" y="2840730"/>
                </a:cubicBezTo>
                <a:cubicBezTo>
                  <a:pt x="12841" y="2840730"/>
                  <a:pt x="6329" y="2840409"/>
                  <a:pt x="0" y="2838682"/>
                </a:cubicBezTo>
                <a:close/>
                <a:moveTo>
                  <a:pt x="71964" y="71964"/>
                </a:moveTo>
                <a:cubicBezTo>
                  <a:pt x="116427" y="27501"/>
                  <a:pt x="177852" y="0"/>
                  <a:pt x="245701" y="0"/>
                </a:cubicBezTo>
                <a:lnTo>
                  <a:pt x="790215" y="0"/>
                </a:lnTo>
                <a:cubicBezTo>
                  <a:pt x="925912" y="0"/>
                  <a:pt x="1035916" y="110004"/>
                  <a:pt x="1035916" y="245701"/>
                </a:cubicBezTo>
                <a:cubicBezTo>
                  <a:pt x="1035916" y="327601"/>
                  <a:pt x="1035915" y="409501"/>
                  <a:pt x="1035915" y="491401"/>
                </a:cubicBezTo>
                <a:lnTo>
                  <a:pt x="0" y="491401"/>
                </a:lnTo>
                <a:lnTo>
                  <a:pt x="0" y="245701"/>
                </a:lnTo>
                <a:cubicBezTo>
                  <a:pt x="0" y="177853"/>
                  <a:pt x="27501" y="116427"/>
                  <a:pt x="71964" y="71964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1" name="Frame 17">
            <a:extLst>
              <a:ext uri="{FF2B5EF4-FFF2-40B4-BE49-F238E27FC236}">
                <a16:creationId xmlns:a16="http://schemas.microsoft.com/office/drawing/2014/main" id="{24847C50-B53E-46FD-A436-C1BF523DEFF0}"/>
              </a:ext>
            </a:extLst>
          </p:cNvPr>
          <p:cNvSpPr/>
          <p:nvPr/>
        </p:nvSpPr>
        <p:spPr>
          <a:xfrm>
            <a:off x="574605" y="2583913"/>
            <a:ext cx="347025" cy="347025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2" name="Rounded Rectangle 5">
            <a:extLst>
              <a:ext uri="{FF2B5EF4-FFF2-40B4-BE49-F238E27FC236}">
                <a16:creationId xmlns:a16="http://schemas.microsoft.com/office/drawing/2014/main" id="{D9D53839-D4E3-44E7-AD06-2095A6C49017}"/>
              </a:ext>
            </a:extLst>
          </p:cNvPr>
          <p:cNvSpPr/>
          <p:nvPr/>
        </p:nvSpPr>
        <p:spPr>
          <a:xfrm flipH="1">
            <a:off x="4485101" y="1177579"/>
            <a:ext cx="344621" cy="284291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ardrop 1">
            <a:extLst>
              <a:ext uri="{FF2B5EF4-FFF2-40B4-BE49-F238E27FC236}">
                <a16:creationId xmlns:a16="http://schemas.microsoft.com/office/drawing/2014/main" id="{D9DD1993-D24C-4187-B545-DB1F97E90930}"/>
              </a:ext>
            </a:extLst>
          </p:cNvPr>
          <p:cNvSpPr/>
          <p:nvPr/>
        </p:nvSpPr>
        <p:spPr>
          <a:xfrm rot="18805991">
            <a:off x="4501677" y="484586"/>
            <a:ext cx="376862" cy="372930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4" name="Rectangle 130">
            <a:extLst>
              <a:ext uri="{FF2B5EF4-FFF2-40B4-BE49-F238E27FC236}">
                <a16:creationId xmlns:a16="http://schemas.microsoft.com/office/drawing/2014/main" id="{B7F2E0FF-0DA6-4176-85CC-0E9E3E1ACCE6}"/>
              </a:ext>
            </a:extLst>
          </p:cNvPr>
          <p:cNvSpPr/>
          <p:nvPr/>
        </p:nvSpPr>
        <p:spPr>
          <a:xfrm>
            <a:off x="5052194" y="484631"/>
            <a:ext cx="371900" cy="373588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" name="Right Triangle 17">
            <a:extLst>
              <a:ext uri="{FF2B5EF4-FFF2-40B4-BE49-F238E27FC236}">
                <a16:creationId xmlns:a16="http://schemas.microsoft.com/office/drawing/2014/main" id="{6E05C808-0100-42BE-9207-08C012A50C25}"/>
              </a:ext>
            </a:extLst>
          </p:cNvPr>
          <p:cNvSpPr>
            <a:spLocks noChangeAspect="1"/>
          </p:cNvSpPr>
          <p:nvPr/>
        </p:nvSpPr>
        <p:spPr>
          <a:xfrm>
            <a:off x="3980464" y="2559745"/>
            <a:ext cx="326534" cy="388801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1999321" y="2603448"/>
                </a:moveTo>
                <a:lnTo>
                  <a:pt x="1999321" y="2772810"/>
                </a:lnTo>
                <a:lnTo>
                  <a:pt x="2528507" y="2772810"/>
                </a:lnTo>
                <a:lnTo>
                  <a:pt x="2528507" y="2603448"/>
                </a:lnTo>
                <a:close/>
                <a:moveTo>
                  <a:pt x="2263914" y="2230929"/>
                </a:moveTo>
                <a:cubicBezTo>
                  <a:pt x="2516419" y="2230929"/>
                  <a:pt x="2721114" y="2435624"/>
                  <a:pt x="2721114" y="2688129"/>
                </a:cubicBezTo>
                <a:cubicBezTo>
                  <a:pt x="2721114" y="2940634"/>
                  <a:pt x="2516419" y="3145329"/>
                  <a:pt x="2263914" y="3145329"/>
                </a:cubicBezTo>
                <a:cubicBezTo>
                  <a:pt x="2011409" y="3145329"/>
                  <a:pt x="1806714" y="2940634"/>
                  <a:pt x="1806714" y="2688129"/>
                </a:cubicBezTo>
                <a:cubicBezTo>
                  <a:pt x="1806714" y="2435624"/>
                  <a:pt x="2011409" y="2230929"/>
                  <a:pt x="2263914" y="2230929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6" name="Right Triangle 17">
            <a:extLst>
              <a:ext uri="{FF2B5EF4-FFF2-40B4-BE49-F238E27FC236}">
                <a16:creationId xmlns:a16="http://schemas.microsoft.com/office/drawing/2014/main" id="{8BDFF928-02CF-4B40-962F-241EAA8A268F}"/>
              </a:ext>
            </a:extLst>
          </p:cNvPr>
          <p:cNvSpPr>
            <a:spLocks noChangeAspect="1"/>
          </p:cNvSpPr>
          <p:nvPr/>
        </p:nvSpPr>
        <p:spPr>
          <a:xfrm>
            <a:off x="3382885" y="2559745"/>
            <a:ext cx="326534" cy="388801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179233" y="2431577"/>
                </a:moveTo>
                <a:lnTo>
                  <a:pt x="2179233" y="2611489"/>
                </a:lnTo>
                <a:lnTo>
                  <a:pt x="1999321" y="2611489"/>
                </a:lnTo>
                <a:lnTo>
                  <a:pt x="1999321" y="2780851"/>
                </a:lnTo>
                <a:lnTo>
                  <a:pt x="2179233" y="2780851"/>
                </a:lnTo>
                <a:lnTo>
                  <a:pt x="2179233" y="2960763"/>
                </a:lnTo>
                <a:lnTo>
                  <a:pt x="2348595" y="2960763"/>
                </a:lnTo>
                <a:lnTo>
                  <a:pt x="2348595" y="2780851"/>
                </a:lnTo>
                <a:lnTo>
                  <a:pt x="2528507" y="2780851"/>
                </a:lnTo>
                <a:lnTo>
                  <a:pt x="2528507" y="2611489"/>
                </a:lnTo>
                <a:lnTo>
                  <a:pt x="2348595" y="2611489"/>
                </a:lnTo>
                <a:lnTo>
                  <a:pt x="2348595" y="24315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7" name="Right Triangle 17">
            <a:extLst>
              <a:ext uri="{FF2B5EF4-FFF2-40B4-BE49-F238E27FC236}">
                <a16:creationId xmlns:a16="http://schemas.microsoft.com/office/drawing/2014/main" id="{EC856C2F-DC40-4DB3-B723-14C89D2D54F1}"/>
              </a:ext>
            </a:extLst>
          </p:cNvPr>
          <p:cNvSpPr>
            <a:spLocks noChangeAspect="1"/>
          </p:cNvSpPr>
          <p:nvPr/>
        </p:nvSpPr>
        <p:spPr>
          <a:xfrm>
            <a:off x="4578043" y="2559745"/>
            <a:ext cx="326534" cy="388801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136698" y="2449196"/>
                </a:moveTo>
                <a:lnTo>
                  <a:pt x="2016940" y="2568954"/>
                </a:lnTo>
                <a:lnTo>
                  <a:pt x="2144156" y="2696170"/>
                </a:lnTo>
                <a:lnTo>
                  <a:pt x="2016940" y="2823386"/>
                </a:lnTo>
                <a:lnTo>
                  <a:pt x="2136698" y="2943144"/>
                </a:lnTo>
                <a:lnTo>
                  <a:pt x="2263914" y="2815928"/>
                </a:lnTo>
                <a:lnTo>
                  <a:pt x="2391130" y="2943144"/>
                </a:lnTo>
                <a:lnTo>
                  <a:pt x="2510888" y="2823386"/>
                </a:lnTo>
                <a:lnTo>
                  <a:pt x="2383672" y="2696170"/>
                </a:lnTo>
                <a:lnTo>
                  <a:pt x="2510888" y="2568954"/>
                </a:lnTo>
                <a:lnTo>
                  <a:pt x="2391130" y="2449196"/>
                </a:lnTo>
                <a:lnTo>
                  <a:pt x="2263914" y="2576412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8" name="Oval 44">
            <a:extLst>
              <a:ext uri="{FF2B5EF4-FFF2-40B4-BE49-F238E27FC236}">
                <a16:creationId xmlns:a16="http://schemas.microsoft.com/office/drawing/2014/main" id="{76730F0A-55ED-4BC7-ACD2-11C5DF5601C0}"/>
              </a:ext>
            </a:extLst>
          </p:cNvPr>
          <p:cNvSpPr>
            <a:spLocks noChangeAspect="1"/>
          </p:cNvSpPr>
          <p:nvPr/>
        </p:nvSpPr>
        <p:spPr>
          <a:xfrm>
            <a:off x="5175622" y="2559745"/>
            <a:ext cx="326534" cy="388801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519839" y="2469622"/>
                </a:moveTo>
                <a:lnTo>
                  <a:pt x="2201779" y="2787682"/>
                </a:lnTo>
                <a:lnTo>
                  <a:pt x="2003023" y="2588926"/>
                </a:lnTo>
                <a:lnTo>
                  <a:pt x="1901669" y="2690281"/>
                </a:lnTo>
                <a:lnTo>
                  <a:pt x="2203868" y="2992480"/>
                </a:lnTo>
                <a:lnTo>
                  <a:pt x="2305222" y="2891125"/>
                </a:lnTo>
                <a:lnTo>
                  <a:pt x="2303133" y="2889037"/>
                </a:lnTo>
                <a:lnTo>
                  <a:pt x="2621194" y="25709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9" name="Isosceles Triangle 68">
            <a:extLst>
              <a:ext uri="{FF2B5EF4-FFF2-40B4-BE49-F238E27FC236}">
                <a16:creationId xmlns:a16="http://schemas.microsoft.com/office/drawing/2014/main" id="{E5BB0AA3-D56D-4EE4-9E70-5047D9966BA9}"/>
              </a:ext>
            </a:extLst>
          </p:cNvPr>
          <p:cNvSpPr/>
          <p:nvPr/>
        </p:nvSpPr>
        <p:spPr>
          <a:xfrm rot="10800000">
            <a:off x="8243989" y="2564787"/>
            <a:ext cx="154974" cy="482618"/>
          </a:xfrm>
          <a:custGeom>
            <a:avLst/>
            <a:gdLst/>
            <a:ahLst/>
            <a:cxnLst/>
            <a:rect l="l" t="t" r="r" b="b"/>
            <a:pathLst>
              <a:path w="1040400" h="3240000">
                <a:moveTo>
                  <a:pt x="41345" y="940666"/>
                </a:moveTo>
                <a:lnTo>
                  <a:pt x="1242" y="653403"/>
                </a:lnTo>
                <a:lnTo>
                  <a:pt x="0" y="653403"/>
                </a:lnTo>
                <a:lnTo>
                  <a:pt x="1057" y="652077"/>
                </a:lnTo>
                <a:lnTo>
                  <a:pt x="447" y="647712"/>
                </a:lnTo>
                <a:lnTo>
                  <a:pt x="4531" y="647712"/>
                </a:lnTo>
                <a:lnTo>
                  <a:pt x="520200" y="0"/>
                </a:lnTo>
                <a:lnTo>
                  <a:pt x="659109" y="174478"/>
                </a:lnTo>
                <a:close/>
                <a:moveTo>
                  <a:pt x="101622" y="1372451"/>
                </a:moveTo>
                <a:lnTo>
                  <a:pt x="61820" y="1087335"/>
                </a:lnTo>
                <a:lnTo>
                  <a:pt x="728036" y="261055"/>
                </a:lnTo>
                <a:lnTo>
                  <a:pt x="870500" y="439998"/>
                </a:lnTo>
                <a:lnTo>
                  <a:pt x="860164" y="431664"/>
                </a:lnTo>
                <a:close/>
                <a:moveTo>
                  <a:pt x="161365" y="1800403"/>
                </a:moveTo>
                <a:lnTo>
                  <a:pt x="122098" y="1519120"/>
                </a:lnTo>
                <a:lnTo>
                  <a:pt x="930953" y="515931"/>
                </a:lnTo>
                <a:lnTo>
                  <a:pt x="1035869" y="647712"/>
                </a:lnTo>
                <a:lnTo>
                  <a:pt x="1039954" y="647712"/>
                </a:lnTo>
                <a:lnTo>
                  <a:pt x="1039345" y="652078"/>
                </a:lnTo>
                <a:lnTo>
                  <a:pt x="1040400" y="653403"/>
                </a:lnTo>
                <a:lnTo>
                  <a:pt x="1039160" y="653403"/>
                </a:lnTo>
                <a:lnTo>
                  <a:pt x="1029316" y="723920"/>
                </a:lnTo>
                <a:close/>
                <a:moveTo>
                  <a:pt x="217894" y="2205330"/>
                </a:moveTo>
                <a:lnTo>
                  <a:pt x="181840" y="1947070"/>
                </a:lnTo>
                <a:lnTo>
                  <a:pt x="1000266" y="932012"/>
                </a:lnTo>
                <a:lnTo>
                  <a:pt x="949113" y="1298429"/>
                </a:lnTo>
                <a:close/>
                <a:moveTo>
                  <a:pt x="330192" y="2564220"/>
                </a:moveTo>
                <a:lnTo>
                  <a:pt x="267995" y="2564220"/>
                </a:lnTo>
                <a:lnTo>
                  <a:pt x="237100" y="2342912"/>
                </a:lnTo>
                <a:lnTo>
                  <a:pt x="242309" y="2347112"/>
                </a:lnTo>
                <a:lnTo>
                  <a:pt x="920063" y="1506522"/>
                </a:lnTo>
                <a:lnTo>
                  <a:pt x="865005" y="1900914"/>
                </a:lnTo>
                <a:close/>
                <a:moveTo>
                  <a:pt x="772406" y="2564220"/>
                </a:moveTo>
                <a:lnTo>
                  <a:pt x="468924" y="2564220"/>
                </a:lnTo>
                <a:lnTo>
                  <a:pt x="835955" y="2109008"/>
                </a:lnTo>
                <a:close/>
                <a:moveTo>
                  <a:pt x="892044" y="3240000"/>
                </a:moveTo>
                <a:lnTo>
                  <a:pt x="148356" y="3240000"/>
                </a:lnTo>
                <a:lnTo>
                  <a:pt x="276144" y="2663936"/>
                </a:lnTo>
                <a:lnTo>
                  <a:pt x="764256" y="2663936"/>
                </a:ln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0" name="Rectangle 9">
            <a:extLst>
              <a:ext uri="{FF2B5EF4-FFF2-40B4-BE49-F238E27FC236}">
                <a16:creationId xmlns:a16="http://schemas.microsoft.com/office/drawing/2014/main" id="{15BE9EBD-D703-4BA7-A9C7-0E1EA18A0440}"/>
              </a:ext>
            </a:extLst>
          </p:cNvPr>
          <p:cNvSpPr/>
          <p:nvPr/>
        </p:nvSpPr>
        <p:spPr>
          <a:xfrm>
            <a:off x="8639744" y="2620507"/>
            <a:ext cx="371782" cy="371179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1" name="Isosceles Triangle 8">
            <a:extLst>
              <a:ext uri="{FF2B5EF4-FFF2-40B4-BE49-F238E27FC236}">
                <a16:creationId xmlns:a16="http://schemas.microsoft.com/office/drawing/2014/main" id="{05AF37BF-01F7-45D4-9A23-7A8A3611DAF3}"/>
              </a:ext>
            </a:extLst>
          </p:cNvPr>
          <p:cNvSpPr/>
          <p:nvPr/>
        </p:nvSpPr>
        <p:spPr>
          <a:xfrm rot="16200000">
            <a:off x="5777481" y="1879547"/>
            <a:ext cx="311874" cy="371836"/>
          </a:xfrm>
          <a:custGeom>
            <a:avLst/>
            <a:gdLst/>
            <a:ahLst/>
            <a:cxnLst/>
            <a:rect l="l" t="t" r="r" b="b"/>
            <a:pathLst>
              <a:path w="2708011" h="3228660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2" name="Donut 8">
            <a:extLst>
              <a:ext uri="{FF2B5EF4-FFF2-40B4-BE49-F238E27FC236}">
                <a16:creationId xmlns:a16="http://schemas.microsoft.com/office/drawing/2014/main" id="{4E6A4477-2C68-4888-9942-4F3FFF148C10}"/>
              </a:ext>
            </a:extLst>
          </p:cNvPr>
          <p:cNvSpPr/>
          <p:nvPr/>
        </p:nvSpPr>
        <p:spPr>
          <a:xfrm>
            <a:off x="9369730" y="1861415"/>
            <a:ext cx="341413" cy="408098"/>
          </a:xfrm>
          <a:custGeom>
            <a:avLst/>
            <a:gdLst/>
            <a:ahLst/>
            <a:cxnLst/>
            <a:rect l="l" t="t" r="r" b="b"/>
            <a:pathLst>
              <a:path w="2688046" h="3213079">
                <a:moveTo>
                  <a:pt x="1056023" y="556744"/>
                </a:moveTo>
                <a:lnTo>
                  <a:pt x="1056023" y="906412"/>
                </a:lnTo>
                <a:cubicBezTo>
                  <a:pt x="641240" y="1029807"/>
                  <a:pt x="338989" y="1414134"/>
                  <a:pt x="338989" y="1869056"/>
                </a:cubicBezTo>
                <a:cubicBezTo>
                  <a:pt x="338989" y="2424121"/>
                  <a:pt x="788958" y="2874090"/>
                  <a:pt x="1344023" y="2874090"/>
                </a:cubicBezTo>
                <a:cubicBezTo>
                  <a:pt x="1899088" y="2874090"/>
                  <a:pt x="2349057" y="2424121"/>
                  <a:pt x="2349057" y="1869056"/>
                </a:cubicBezTo>
                <a:cubicBezTo>
                  <a:pt x="2349057" y="1414134"/>
                  <a:pt x="2046806" y="1029807"/>
                  <a:pt x="1632023" y="906412"/>
                </a:cubicBezTo>
                <a:lnTo>
                  <a:pt x="1632023" y="556744"/>
                </a:lnTo>
                <a:cubicBezTo>
                  <a:pt x="2235992" y="687900"/>
                  <a:pt x="2688046" y="1225687"/>
                  <a:pt x="2688046" y="1869056"/>
                </a:cubicBezTo>
                <a:cubicBezTo>
                  <a:pt x="2688046" y="2611339"/>
                  <a:pt x="2086306" y="3213079"/>
                  <a:pt x="1344023" y="3213079"/>
                </a:cubicBezTo>
                <a:cubicBezTo>
                  <a:pt x="601740" y="3213079"/>
                  <a:pt x="0" y="2611339"/>
                  <a:pt x="0" y="1869056"/>
                </a:cubicBezTo>
                <a:cubicBezTo>
                  <a:pt x="0" y="1225687"/>
                  <a:pt x="452054" y="687900"/>
                  <a:pt x="1056023" y="556744"/>
                </a:cubicBezTo>
                <a:close/>
                <a:moveTo>
                  <a:pt x="1344023" y="0"/>
                </a:moveTo>
                <a:cubicBezTo>
                  <a:pt x="1443445" y="0"/>
                  <a:pt x="1524043" y="80598"/>
                  <a:pt x="1524043" y="180020"/>
                </a:cubicBezTo>
                <a:lnTo>
                  <a:pt x="1524043" y="1413058"/>
                </a:lnTo>
                <a:cubicBezTo>
                  <a:pt x="1524043" y="1512480"/>
                  <a:pt x="1443445" y="1593078"/>
                  <a:pt x="1344023" y="1593078"/>
                </a:cubicBezTo>
                <a:cubicBezTo>
                  <a:pt x="1244601" y="1593078"/>
                  <a:pt x="1164003" y="1512480"/>
                  <a:pt x="1164003" y="1413058"/>
                </a:cubicBezTo>
                <a:lnTo>
                  <a:pt x="1164003" y="180020"/>
                </a:lnTo>
                <a:cubicBezTo>
                  <a:pt x="1164003" y="80598"/>
                  <a:pt x="1244601" y="0"/>
                  <a:pt x="1344023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3" name="Freeform 18">
            <a:extLst>
              <a:ext uri="{FF2B5EF4-FFF2-40B4-BE49-F238E27FC236}">
                <a16:creationId xmlns:a16="http://schemas.microsoft.com/office/drawing/2014/main" id="{D2E1939F-786F-44E5-849A-C6496C1CF758}"/>
              </a:ext>
            </a:extLst>
          </p:cNvPr>
          <p:cNvSpPr/>
          <p:nvPr/>
        </p:nvSpPr>
        <p:spPr>
          <a:xfrm>
            <a:off x="9811969" y="2661209"/>
            <a:ext cx="359044" cy="289775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4" name="Oval 7">
            <a:extLst>
              <a:ext uri="{FF2B5EF4-FFF2-40B4-BE49-F238E27FC236}">
                <a16:creationId xmlns:a16="http://schemas.microsoft.com/office/drawing/2014/main" id="{552AD2A1-BE6D-46B3-8FD9-FE747E9D74CC}"/>
              </a:ext>
            </a:extLst>
          </p:cNvPr>
          <p:cNvSpPr/>
          <p:nvPr/>
        </p:nvSpPr>
        <p:spPr>
          <a:xfrm>
            <a:off x="9915422" y="1884826"/>
            <a:ext cx="361277" cy="36127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5" name="Freeform 20">
            <a:extLst>
              <a:ext uri="{FF2B5EF4-FFF2-40B4-BE49-F238E27FC236}">
                <a16:creationId xmlns:a16="http://schemas.microsoft.com/office/drawing/2014/main" id="{891D7B6C-8408-48D5-8644-CD75F8F0C63A}"/>
              </a:ext>
            </a:extLst>
          </p:cNvPr>
          <p:cNvSpPr/>
          <p:nvPr/>
        </p:nvSpPr>
        <p:spPr>
          <a:xfrm>
            <a:off x="10439213" y="3296835"/>
            <a:ext cx="376670" cy="402560"/>
          </a:xfrm>
          <a:custGeom>
            <a:avLst/>
            <a:gdLst>
              <a:gd name="connsiteX0" fmla="*/ 795647 w 2149434"/>
              <a:gd name="connsiteY0" fmla="*/ 2933205 h 2933205"/>
              <a:gd name="connsiteX1" fmla="*/ 0 w 2149434"/>
              <a:gd name="connsiteY1" fmla="*/ 1531917 h 2933205"/>
              <a:gd name="connsiteX2" fmla="*/ 463138 w 2149434"/>
              <a:gd name="connsiteY2" fmla="*/ 1733797 h 2933205"/>
              <a:gd name="connsiteX3" fmla="*/ 700645 w 2149434"/>
              <a:gd name="connsiteY3" fmla="*/ 166255 h 2933205"/>
              <a:gd name="connsiteX4" fmla="*/ 676894 w 2149434"/>
              <a:gd name="connsiteY4" fmla="*/ 0 h 2933205"/>
              <a:gd name="connsiteX5" fmla="*/ 2066307 w 2149434"/>
              <a:gd name="connsiteY5" fmla="*/ 819397 h 2933205"/>
              <a:gd name="connsiteX6" fmla="*/ 2149434 w 2149434"/>
              <a:gd name="connsiteY6" fmla="*/ 593766 h 2933205"/>
              <a:gd name="connsiteX7" fmla="*/ 1816925 w 2149434"/>
              <a:gd name="connsiteY7" fmla="*/ 2933205 h 2933205"/>
              <a:gd name="connsiteX8" fmla="*/ 1187533 w 2149434"/>
              <a:gd name="connsiteY8" fmla="*/ 926275 h 2933205"/>
              <a:gd name="connsiteX9" fmla="*/ 1080655 w 2149434"/>
              <a:gd name="connsiteY9" fmla="*/ 1828800 h 2933205"/>
              <a:gd name="connsiteX10" fmla="*/ 914400 w 2149434"/>
              <a:gd name="connsiteY10" fmla="*/ 1448790 h 2933205"/>
              <a:gd name="connsiteX11" fmla="*/ 795647 w 2149434"/>
              <a:gd name="connsiteY11" fmla="*/ 2933205 h 2933205"/>
              <a:gd name="connsiteX0" fmla="*/ 795647 w 2149434"/>
              <a:gd name="connsiteY0" fmla="*/ 2933205 h 2933205"/>
              <a:gd name="connsiteX1" fmla="*/ 0 w 2149434"/>
              <a:gd name="connsiteY1" fmla="*/ 1531917 h 2933205"/>
              <a:gd name="connsiteX2" fmla="*/ 463138 w 2149434"/>
              <a:gd name="connsiteY2" fmla="*/ 1733797 h 2933205"/>
              <a:gd name="connsiteX3" fmla="*/ 676894 w 2149434"/>
              <a:gd name="connsiteY3" fmla="*/ 0 h 2933205"/>
              <a:gd name="connsiteX4" fmla="*/ 2066307 w 2149434"/>
              <a:gd name="connsiteY4" fmla="*/ 819397 h 2933205"/>
              <a:gd name="connsiteX5" fmla="*/ 2149434 w 2149434"/>
              <a:gd name="connsiteY5" fmla="*/ 593766 h 2933205"/>
              <a:gd name="connsiteX6" fmla="*/ 1816925 w 2149434"/>
              <a:gd name="connsiteY6" fmla="*/ 2933205 h 2933205"/>
              <a:gd name="connsiteX7" fmla="*/ 1187533 w 2149434"/>
              <a:gd name="connsiteY7" fmla="*/ 926275 h 2933205"/>
              <a:gd name="connsiteX8" fmla="*/ 1080655 w 2149434"/>
              <a:gd name="connsiteY8" fmla="*/ 1828800 h 2933205"/>
              <a:gd name="connsiteX9" fmla="*/ 914400 w 2149434"/>
              <a:gd name="connsiteY9" fmla="*/ 1448790 h 2933205"/>
              <a:gd name="connsiteX10" fmla="*/ 795647 w 2149434"/>
              <a:gd name="connsiteY10" fmla="*/ 2933205 h 2933205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2066307 w 2149434"/>
              <a:gd name="connsiteY4" fmla="*/ 1036680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2066307 w 2149434"/>
              <a:gd name="connsiteY4" fmla="*/ 1036680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095113"/>
              <a:gd name="connsiteY0" fmla="*/ 3150488 h 3150488"/>
              <a:gd name="connsiteX1" fmla="*/ 0 w 2095113"/>
              <a:gd name="connsiteY1" fmla="*/ 1749200 h 3150488"/>
              <a:gd name="connsiteX2" fmla="*/ 463138 w 2095113"/>
              <a:gd name="connsiteY2" fmla="*/ 1951080 h 3150488"/>
              <a:gd name="connsiteX3" fmla="*/ 776482 w 2095113"/>
              <a:gd name="connsiteY3" fmla="*/ 0 h 3150488"/>
              <a:gd name="connsiteX4" fmla="*/ 1975772 w 2095113"/>
              <a:gd name="connsiteY4" fmla="*/ 991413 h 3150488"/>
              <a:gd name="connsiteX5" fmla="*/ 2095113 w 2095113"/>
              <a:gd name="connsiteY5" fmla="*/ 702407 h 3150488"/>
              <a:gd name="connsiteX6" fmla="*/ 1816925 w 2095113"/>
              <a:gd name="connsiteY6" fmla="*/ 3150488 h 3150488"/>
              <a:gd name="connsiteX7" fmla="*/ 1187533 w 2095113"/>
              <a:gd name="connsiteY7" fmla="*/ 1143558 h 3150488"/>
              <a:gd name="connsiteX8" fmla="*/ 1080655 w 2095113"/>
              <a:gd name="connsiteY8" fmla="*/ 2046083 h 3150488"/>
              <a:gd name="connsiteX9" fmla="*/ 914400 w 2095113"/>
              <a:gd name="connsiteY9" fmla="*/ 1666073 h 3150488"/>
              <a:gd name="connsiteX10" fmla="*/ 795647 w 2095113"/>
              <a:gd name="connsiteY10" fmla="*/ 3150488 h 3150488"/>
              <a:gd name="connsiteX0" fmla="*/ 795647 w 2760540"/>
              <a:gd name="connsiteY0" fmla="*/ 3150488 h 3150488"/>
              <a:gd name="connsiteX1" fmla="*/ 0 w 2760540"/>
              <a:gd name="connsiteY1" fmla="*/ 1749200 h 3150488"/>
              <a:gd name="connsiteX2" fmla="*/ 463138 w 2760540"/>
              <a:gd name="connsiteY2" fmla="*/ 1951080 h 3150488"/>
              <a:gd name="connsiteX3" fmla="*/ 776482 w 2760540"/>
              <a:gd name="connsiteY3" fmla="*/ 0 h 3150488"/>
              <a:gd name="connsiteX4" fmla="*/ 1975772 w 2760540"/>
              <a:gd name="connsiteY4" fmla="*/ 991413 h 3150488"/>
              <a:gd name="connsiteX5" fmla="*/ 2095113 w 2760540"/>
              <a:gd name="connsiteY5" fmla="*/ 702407 h 3150488"/>
              <a:gd name="connsiteX6" fmla="*/ 1816925 w 2760540"/>
              <a:gd name="connsiteY6" fmla="*/ 3150488 h 3150488"/>
              <a:gd name="connsiteX7" fmla="*/ 1187533 w 2760540"/>
              <a:gd name="connsiteY7" fmla="*/ 1143558 h 3150488"/>
              <a:gd name="connsiteX8" fmla="*/ 1080655 w 2760540"/>
              <a:gd name="connsiteY8" fmla="*/ 2046083 h 3150488"/>
              <a:gd name="connsiteX9" fmla="*/ 914400 w 2760540"/>
              <a:gd name="connsiteY9" fmla="*/ 1666073 h 3150488"/>
              <a:gd name="connsiteX10" fmla="*/ 795647 w 2760540"/>
              <a:gd name="connsiteY10" fmla="*/ 3150488 h 3150488"/>
              <a:gd name="connsiteX0" fmla="*/ 795647 w 2904019"/>
              <a:gd name="connsiteY0" fmla="*/ 3150488 h 3150488"/>
              <a:gd name="connsiteX1" fmla="*/ 0 w 2904019"/>
              <a:gd name="connsiteY1" fmla="*/ 1749200 h 3150488"/>
              <a:gd name="connsiteX2" fmla="*/ 463138 w 2904019"/>
              <a:gd name="connsiteY2" fmla="*/ 1951080 h 3150488"/>
              <a:gd name="connsiteX3" fmla="*/ 776482 w 2904019"/>
              <a:gd name="connsiteY3" fmla="*/ 0 h 3150488"/>
              <a:gd name="connsiteX4" fmla="*/ 1975772 w 2904019"/>
              <a:gd name="connsiteY4" fmla="*/ 991413 h 3150488"/>
              <a:gd name="connsiteX5" fmla="*/ 2095113 w 2904019"/>
              <a:gd name="connsiteY5" fmla="*/ 702407 h 3150488"/>
              <a:gd name="connsiteX6" fmla="*/ 1816925 w 2904019"/>
              <a:gd name="connsiteY6" fmla="*/ 3150488 h 3150488"/>
              <a:gd name="connsiteX7" fmla="*/ 1187533 w 2904019"/>
              <a:gd name="connsiteY7" fmla="*/ 1143558 h 3150488"/>
              <a:gd name="connsiteX8" fmla="*/ 1080655 w 2904019"/>
              <a:gd name="connsiteY8" fmla="*/ 2046083 h 3150488"/>
              <a:gd name="connsiteX9" fmla="*/ 914400 w 2904019"/>
              <a:gd name="connsiteY9" fmla="*/ 1666073 h 3150488"/>
              <a:gd name="connsiteX10" fmla="*/ 795647 w 2904019"/>
              <a:gd name="connsiteY10" fmla="*/ 3150488 h 3150488"/>
              <a:gd name="connsiteX0" fmla="*/ 795647 w 2905418"/>
              <a:gd name="connsiteY0" fmla="*/ 3150488 h 3186701"/>
              <a:gd name="connsiteX1" fmla="*/ 0 w 2905418"/>
              <a:gd name="connsiteY1" fmla="*/ 1749200 h 3186701"/>
              <a:gd name="connsiteX2" fmla="*/ 463138 w 2905418"/>
              <a:gd name="connsiteY2" fmla="*/ 1951080 h 3186701"/>
              <a:gd name="connsiteX3" fmla="*/ 776482 w 2905418"/>
              <a:gd name="connsiteY3" fmla="*/ 0 h 3186701"/>
              <a:gd name="connsiteX4" fmla="*/ 1975772 w 2905418"/>
              <a:gd name="connsiteY4" fmla="*/ 991413 h 3186701"/>
              <a:gd name="connsiteX5" fmla="*/ 2095113 w 2905418"/>
              <a:gd name="connsiteY5" fmla="*/ 702407 h 3186701"/>
              <a:gd name="connsiteX6" fmla="*/ 1821452 w 2905418"/>
              <a:gd name="connsiteY6" fmla="*/ 3186701 h 3186701"/>
              <a:gd name="connsiteX7" fmla="*/ 1187533 w 2905418"/>
              <a:gd name="connsiteY7" fmla="*/ 1143558 h 3186701"/>
              <a:gd name="connsiteX8" fmla="*/ 1080655 w 2905418"/>
              <a:gd name="connsiteY8" fmla="*/ 2046083 h 3186701"/>
              <a:gd name="connsiteX9" fmla="*/ 914400 w 2905418"/>
              <a:gd name="connsiteY9" fmla="*/ 1666073 h 3186701"/>
              <a:gd name="connsiteX10" fmla="*/ 795647 w 2905418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1975772 w 2937337"/>
              <a:gd name="connsiteY4" fmla="*/ 991413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893849"/>
              <a:gd name="connsiteY0" fmla="*/ 3150488 h 3186701"/>
              <a:gd name="connsiteX1" fmla="*/ 0 w 2893849"/>
              <a:gd name="connsiteY1" fmla="*/ 1749200 h 3186701"/>
              <a:gd name="connsiteX2" fmla="*/ 463138 w 2893849"/>
              <a:gd name="connsiteY2" fmla="*/ 1951080 h 3186701"/>
              <a:gd name="connsiteX3" fmla="*/ 776482 w 2893849"/>
              <a:gd name="connsiteY3" fmla="*/ 0 h 3186701"/>
              <a:gd name="connsiteX4" fmla="*/ 2034620 w 2893849"/>
              <a:gd name="connsiteY4" fmla="*/ 1294704 h 3186701"/>
              <a:gd name="connsiteX5" fmla="*/ 2031739 w 2893849"/>
              <a:gd name="connsiteY5" fmla="*/ 711461 h 3186701"/>
              <a:gd name="connsiteX6" fmla="*/ 1821452 w 2893849"/>
              <a:gd name="connsiteY6" fmla="*/ 3186701 h 3186701"/>
              <a:gd name="connsiteX7" fmla="*/ 1187533 w 2893849"/>
              <a:gd name="connsiteY7" fmla="*/ 1143558 h 3186701"/>
              <a:gd name="connsiteX8" fmla="*/ 1080655 w 2893849"/>
              <a:gd name="connsiteY8" fmla="*/ 2046083 h 3186701"/>
              <a:gd name="connsiteX9" fmla="*/ 914400 w 2893849"/>
              <a:gd name="connsiteY9" fmla="*/ 1666073 h 3186701"/>
              <a:gd name="connsiteX10" fmla="*/ 795647 w 2893849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03465 w 2936139"/>
              <a:gd name="connsiteY0" fmla="*/ 3168594 h 3186701"/>
              <a:gd name="connsiteX1" fmla="*/ 0 w 2936139"/>
              <a:gd name="connsiteY1" fmla="*/ 1726566 h 3186701"/>
              <a:gd name="connsiteX2" fmla="*/ 404291 w 2936139"/>
              <a:gd name="connsiteY2" fmla="*/ 2009927 h 3186701"/>
              <a:gd name="connsiteX3" fmla="*/ 781009 w 2936139"/>
              <a:gd name="connsiteY3" fmla="*/ 0 h 3186701"/>
              <a:gd name="connsiteX4" fmla="*/ 2039147 w 2936139"/>
              <a:gd name="connsiteY4" fmla="*/ 1294704 h 3186701"/>
              <a:gd name="connsiteX5" fmla="*/ 2036266 w 2936139"/>
              <a:gd name="connsiteY5" fmla="*/ 711461 h 3186701"/>
              <a:gd name="connsiteX6" fmla="*/ 1825979 w 2936139"/>
              <a:gd name="connsiteY6" fmla="*/ 3186701 h 3186701"/>
              <a:gd name="connsiteX7" fmla="*/ 1192060 w 2936139"/>
              <a:gd name="connsiteY7" fmla="*/ 1143558 h 3186701"/>
              <a:gd name="connsiteX8" fmla="*/ 1085182 w 2936139"/>
              <a:gd name="connsiteY8" fmla="*/ 2046083 h 3186701"/>
              <a:gd name="connsiteX9" fmla="*/ 918927 w 2936139"/>
              <a:gd name="connsiteY9" fmla="*/ 1666073 h 3186701"/>
              <a:gd name="connsiteX10" fmla="*/ 1103465 w 2936139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897156"/>
              <a:gd name="connsiteY0" fmla="*/ 3168594 h 3173121"/>
              <a:gd name="connsiteX1" fmla="*/ 0 w 2897156"/>
              <a:gd name="connsiteY1" fmla="*/ 1749200 h 3173121"/>
              <a:gd name="connsiteX2" fmla="*/ 449559 w 2897156"/>
              <a:gd name="connsiteY2" fmla="*/ 2009927 h 3173121"/>
              <a:gd name="connsiteX3" fmla="*/ 826277 w 2897156"/>
              <a:gd name="connsiteY3" fmla="*/ 0 h 3173121"/>
              <a:gd name="connsiteX4" fmla="*/ 2084415 w 2897156"/>
              <a:gd name="connsiteY4" fmla="*/ 1294704 h 3173121"/>
              <a:gd name="connsiteX5" fmla="*/ 2081534 w 2897156"/>
              <a:gd name="connsiteY5" fmla="*/ 711461 h 3173121"/>
              <a:gd name="connsiteX6" fmla="*/ 1581537 w 2897156"/>
              <a:gd name="connsiteY6" fmla="*/ 3173121 h 3173121"/>
              <a:gd name="connsiteX7" fmla="*/ 1237328 w 2897156"/>
              <a:gd name="connsiteY7" fmla="*/ 1143558 h 3173121"/>
              <a:gd name="connsiteX8" fmla="*/ 1130450 w 2897156"/>
              <a:gd name="connsiteY8" fmla="*/ 2046083 h 3173121"/>
              <a:gd name="connsiteX9" fmla="*/ 918927 w 2897156"/>
              <a:gd name="connsiteY9" fmla="*/ 1697760 h 3173121"/>
              <a:gd name="connsiteX10" fmla="*/ 1148733 w 2897156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30450 w 2969045"/>
              <a:gd name="connsiteY8" fmla="*/ 2046083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30450 w 2969045"/>
              <a:gd name="connsiteY8" fmla="*/ 2046083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288886 w 2969045"/>
              <a:gd name="connsiteY8" fmla="*/ 2367481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69045" h="3173121">
                <a:moveTo>
                  <a:pt x="1148733" y="3168594"/>
                </a:moveTo>
                <a:cubicBezTo>
                  <a:pt x="-68605" y="2992718"/>
                  <a:pt x="289357" y="2373225"/>
                  <a:pt x="0" y="1749200"/>
                </a:cubicBezTo>
                <a:cubicBezTo>
                  <a:pt x="211718" y="1712379"/>
                  <a:pt x="518500" y="2277611"/>
                  <a:pt x="449559" y="2009927"/>
                </a:cubicBezTo>
                <a:cubicBezTo>
                  <a:pt x="87752" y="952162"/>
                  <a:pt x="1169975" y="921963"/>
                  <a:pt x="826277" y="0"/>
                </a:cubicBezTo>
                <a:cubicBezTo>
                  <a:pt x="1894489" y="60376"/>
                  <a:pt x="1582046" y="1053258"/>
                  <a:pt x="2084415" y="1294704"/>
                </a:cubicBezTo>
                <a:cubicBezTo>
                  <a:pt x="2220765" y="1319082"/>
                  <a:pt x="2384277" y="1207659"/>
                  <a:pt x="2081534" y="711461"/>
                </a:cubicBezTo>
                <a:cubicBezTo>
                  <a:pt x="3844765" y="2025429"/>
                  <a:pt x="2606774" y="3099478"/>
                  <a:pt x="1581537" y="3173121"/>
                </a:cubicBezTo>
                <a:cubicBezTo>
                  <a:pt x="2049242" y="2917586"/>
                  <a:pt x="2204598" y="1824606"/>
                  <a:pt x="1237328" y="1143558"/>
                </a:cubicBezTo>
                <a:cubicBezTo>
                  <a:pt x="1479342" y="1777869"/>
                  <a:pt x="1318476" y="2090782"/>
                  <a:pt x="1162138" y="2408222"/>
                </a:cubicBezTo>
                <a:cubicBezTo>
                  <a:pt x="1159532" y="2246847"/>
                  <a:pt x="1324413" y="1899876"/>
                  <a:pt x="918927" y="1697760"/>
                </a:cubicBezTo>
                <a:cubicBezTo>
                  <a:pt x="1108697" y="2305733"/>
                  <a:pt x="307113" y="2497246"/>
                  <a:pt x="1148733" y="3168594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6" name="Rounded Rectangle 25">
            <a:extLst>
              <a:ext uri="{FF2B5EF4-FFF2-40B4-BE49-F238E27FC236}">
                <a16:creationId xmlns:a16="http://schemas.microsoft.com/office/drawing/2014/main" id="{4AA46CEF-AAB6-418B-8933-533FDFEDC1FD}"/>
              </a:ext>
            </a:extLst>
          </p:cNvPr>
          <p:cNvSpPr/>
          <p:nvPr/>
        </p:nvSpPr>
        <p:spPr>
          <a:xfrm>
            <a:off x="10421464" y="1181892"/>
            <a:ext cx="412168" cy="302055"/>
          </a:xfrm>
          <a:custGeom>
            <a:avLst/>
            <a:gdLst/>
            <a:ahLst/>
            <a:cxn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7" name="Block Arc 41">
            <a:extLst>
              <a:ext uri="{FF2B5EF4-FFF2-40B4-BE49-F238E27FC236}">
                <a16:creationId xmlns:a16="http://schemas.microsoft.com/office/drawing/2014/main" id="{795CF95B-3CE0-4091-A759-B631B065AE57}"/>
              </a:ext>
            </a:extLst>
          </p:cNvPr>
          <p:cNvSpPr/>
          <p:nvPr/>
        </p:nvSpPr>
        <p:spPr>
          <a:xfrm>
            <a:off x="9354950" y="3297831"/>
            <a:ext cx="395557" cy="400568"/>
          </a:xfrm>
          <a:custGeom>
            <a:avLst/>
            <a:gdLst/>
            <a:ahLst/>
            <a:cxnLst/>
            <a:rect l="l" t="t" r="r" b="b"/>
            <a:pathLst>
              <a:path w="2844151" h="2880180">
                <a:moveTo>
                  <a:pt x="2390187" y="1502145"/>
                </a:moveTo>
                <a:lnTo>
                  <a:pt x="2844151" y="1530794"/>
                </a:lnTo>
                <a:cubicBezTo>
                  <a:pt x="2804784" y="2154619"/>
                  <a:pt x="2367464" y="2681809"/>
                  <a:pt x="1761650" y="2835749"/>
                </a:cubicBezTo>
                <a:cubicBezTo>
                  <a:pt x="1191486" y="2980631"/>
                  <a:pt x="594633" y="2763755"/>
                  <a:pt x="252983" y="2293680"/>
                </a:cubicBezTo>
                <a:lnTo>
                  <a:pt x="102982" y="2380283"/>
                </a:lnTo>
                <a:lnTo>
                  <a:pt x="104524" y="1603708"/>
                </a:lnTo>
                <a:lnTo>
                  <a:pt x="777828" y="1990661"/>
                </a:lnTo>
                <a:lnTo>
                  <a:pt x="648358" y="2065410"/>
                </a:lnTo>
                <a:cubicBezTo>
                  <a:pt x="886760" y="2358087"/>
                  <a:pt x="1276546" y="2489694"/>
                  <a:pt x="1649627" y="2394891"/>
                </a:cubicBezTo>
                <a:cubicBezTo>
                  <a:pt x="2064076" y="2289577"/>
                  <a:pt x="2363256" y="1928916"/>
                  <a:pt x="2390187" y="1502145"/>
                </a:cubicBezTo>
                <a:close/>
                <a:moveTo>
                  <a:pt x="1424249" y="58"/>
                </a:moveTo>
                <a:cubicBezTo>
                  <a:pt x="1880498" y="-4073"/>
                  <a:pt x="2318325" y="209551"/>
                  <a:pt x="2591169" y="586524"/>
                </a:cubicBezTo>
                <a:lnTo>
                  <a:pt x="2741170" y="499921"/>
                </a:lnTo>
                <a:lnTo>
                  <a:pt x="2739628" y="1276497"/>
                </a:lnTo>
                <a:lnTo>
                  <a:pt x="2066324" y="889544"/>
                </a:lnTo>
                <a:lnTo>
                  <a:pt x="2195793" y="814795"/>
                </a:lnTo>
                <a:cubicBezTo>
                  <a:pt x="1957391" y="522118"/>
                  <a:pt x="1567606" y="390511"/>
                  <a:pt x="1194524" y="485313"/>
                </a:cubicBezTo>
                <a:cubicBezTo>
                  <a:pt x="780075" y="590627"/>
                  <a:pt x="480895" y="951288"/>
                  <a:pt x="453964" y="1378059"/>
                </a:cubicBezTo>
                <a:lnTo>
                  <a:pt x="0" y="1349410"/>
                </a:lnTo>
                <a:cubicBezTo>
                  <a:pt x="39367" y="725585"/>
                  <a:pt x="476687" y="198395"/>
                  <a:pt x="1082501" y="44455"/>
                </a:cubicBezTo>
                <a:cubicBezTo>
                  <a:pt x="1196091" y="15591"/>
                  <a:pt x="1310740" y="1086"/>
                  <a:pt x="1424249" y="58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8" name="Round Same Side Corner Rectangle 11">
            <a:extLst>
              <a:ext uri="{FF2B5EF4-FFF2-40B4-BE49-F238E27FC236}">
                <a16:creationId xmlns:a16="http://schemas.microsoft.com/office/drawing/2014/main" id="{55D64088-315A-4C1A-B377-09956282E928}"/>
              </a:ext>
            </a:extLst>
          </p:cNvPr>
          <p:cNvSpPr/>
          <p:nvPr/>
        </p:nvSpPr>
        <p:spPr>
          <a:xfrm rot="9900000">
            <a:off x="9884975" y="405394"/>
            <a:ext cx="407173" cy="345815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9" name="Donut 39">
            <a:extLst>
              <a:ext uri="{FF2B5EF4-FFF2-40B4-BE49-F238E27FC236}">
                <a16:creationId xmlns:a16="http://schemas.microsoft.com/office/drawing/2014/main" id="{81C72329-288B-424C-AD12-2E959E9C6085}"/>
              </a:ext>
            </a:extLst>
          </p:cNvPr>
          <p:cNvSpPr/>
          <p:nvPr/>
        </p:nvSpPr>
        <p:spPr>
          <a:xfrm>
            <a:off x="5698130" y="2604030"/>
            <a:ext cx="404132" cy="40413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Freeform 25">
            <a:extLst>
              <a:ext uri="{FF2B5EF4-FFF2-40B4-BE49-F238E27FC236}">
                <a16:creationId xmlns:a16="http://schemas.microsoft.com/office/drawing/2014/main" id="{AE1E686E-6E95-4274-85C3-E748D3F321B0}"/>
              </a:ext>
            </a:extLst>
          </p:cNvPr>
          <p:cNvSpPr/>
          <p:nvPr/>
        </p:nvSpPr>
        <p:spPr>
          <a:xfrm>
            <a:off x="8872039" y="1883925"/>
            <a:ext cx="293412" cy="363079"/>
          </a:xfrm>
          <a:custGeom>
            <a:avLst/>
            <a:gdLst>
              <a:gd name="connsiteX0" fmla="*/ 371475 w 1600200"/>
              <a:gd name="connsiteY0" fmla="*/ 0 h 1857375"/>
              <a:gd name="connsiteX1" fmla="*/ 628650 w 1600200"/>
              <a:gd name="connsiteY1" fmla="*/ 523875 h 1857375"/>
              <a:gd name="connsiteX2" fmla="*/ 400050 w 1600200"/>
              <a:gd name="connsiteY2" fmla="*/ 561975 h 1857375"/>
              <a:gd name="connsiteX3" fmla="*/ 1019175 w 1600200"/>
              <a:gd name="connsiteY3" fmla="*/ 1438275 h 1857375"/>
              <a:gd name="connsiteX4" fmla="*/ 1219200 w 1600200"/>
              <a:gd name="connsiteY4" fmla="*/ 1238250 h 1857375"/>
              <a:gd name="connsiteX5" fmla="*/ 1600200 w 1600200"/>
              <a:gd name="connsiteY5" fmla="*/ 1666875 h 1857375"/>
              <a:gd name="connsiteX6" fmla="*/ 1038225 w 1600200"/>
              <a:gd name="connsiteY6" fmla="*/ 1857375 h 1857375"/>
              <a:gd name="connsiteX7" fmla="*/ 0 w 1600200"/>
              <a:gd name="connsiteY7" fmla="*/ 314325 h 1857375"/>
              <a:gd name="connsiteX8" fmla="*/ 371475 w 1600200"/>
              <a:gd name="connsiteY8" fmla="*/ 0 h 1857375"/>
              <a:gd name="connsiteX0" fmla="*/ 371475 w 1600200"/>
              <a:gd name="connsiteY0" fmla="*/ 0 h 1917951"/>
              <a:gd name="connsiteX1" fmla="*/ 628650 w 1600200"/>
              <a:gd name="connsiteY1" fmla="*/ 584451 h 1917951"/>
              <a:gd name="connsiteX2" fmla="*/ 400050 w 1600200"/>
              <a:gd name="connsiteY2" fmla="*/ 622551 h 1917951"/>
              <a:gd name="connsiteX3" fmla="*/ 1019175 w 1600200"/>
              <a:gd name="connsiteY3" fmla="*/ 1498851 h 1917951"/>
              <a:gd name="connsiteX4" fmla="*/ 1219200 w 1600200"/>
              <a:gd name="connsiteY4" fmla="*/ 1298826 h 1917951"/>
              <a:gd name="connsiteX5" fmla="*/ 1600200 w 1600200"/>
              <a:gd name="connsiteY5" fmla="*/ 1727451 h 1917951"/>
              <a:gd name="connsiteX6" fmla="*/ 1038225 w 1600200"/>
              <a:gd name="connsiteY6" fmla="*/ 1917951 h 1917951"/>
              <a:gd name="connsiteX7" fmla="*/ 0 w 1600200"/>
              <a:gd name="connsiteY7" fmla="*/ 374901 h 1917951"/>
              <a:gd name="connsiteX8" fmla="*/ 371475 w 1600200"/>
              <a:gd name="connsiteY8" fmla="*/ 0 h 1917951"/>
              <a:gd name="connsiteX0" fmla="*/ 371475 w 1600200"/>
              <a:gd name="connsiteY0" fmla="*/ 1277 h 1919228"/>
              <a:gd name="connsiteX1" fmla="*/ 628650 w 1600200"/>
              <a:gd name="connsiteY1" fmla="*/ 585728 h 1919228"/>
              <a:gd name="connsiteX2" fmla="*/ 400050 w 1600200"/>
              <a:gd name="connsiteY2" fmla="*/ 623828 h 1919228"/>
              <a:gd name="connsiteX3" fmla="*/ 1019175 w 1600200"/>
              <a:gd name="connsiteY3" fmla="*/ 1500128 h 1919228"/>
              <a:gd name="connsiteX4" fmla="*/ 1219200 w 1600200"/>
              <a:gd name="connsiteY4" fmla="*/ 1300103 h 1919228"/>
              <a:gd name="connsiteX5" fmla="*/ 1600200 w 1600200"/>
              <a:gd name="connsiteY5" fmla="*/ 1728728 h 1919228"/>
              <a:gd name="connsiteX6" fmla="*/ 1038225 w 1600200"/>
              <a:gd name="connsiteY6" fmla="*/ 1919228 h 1919228"/>
              <a:gd name="connsiteX7" fmla="*/ 0 w 1600200"/>
              <a:gd name="connsiteY7" fmla="*/ 376178 h 1919228"/>
              <a:gd name="connsiteX8" fmla="*/ 371475 w 1600200"/>
              <a:gd name="connsiteY8" fmla="*/ 1277 h 1919228"/>
              <a:gd name="connsiteX0" fmla="*/ 371475 w 1600200"/>
              <a:gd name="connsiteY0" fmla="*/ 1277 h 1919228"/>
              <a:gd name="connsiteX1" fmla="*/ 628650 w 1600200"/>
              <a:gd name="connsiteY1" fmla="*/ 585728 h 1919228"/>
              <a:gd name="connsiteX2" fmla="*/ 400050 w 1600200"/>
              <a:gd name="connsiteY2" fmla="*/ 623828 h 1919228"/>
              <a:gd name="connsiteX3" fmla="*/ 1019175 w 1600200"/>
              <a:gd name="connsiteY3" fmla="*/ 1500128 h 1919228"/>
              <a:gd name="connsiteX4" fmla="*/ 1219200 w 1600200"/>
              <a:gd name="connsiteY4" fmla="*/ 1300103 h 1919228"/>
              <a:gd name="connsiteX5" fmla="*/ 1600200 w 1600200"/>
              <a:gd name="connsiteY5" fmla="*/ 1728728 h 1919228"/>
              <a:gd name="connsiteX6" fmla="*/ 1038225 w 1600200"/>
              <a:gd name="connsiteY6" fmla="*/ 1919228 h 1919228"/>
              <a:gd name="connsiteX7" fmla="*/ 0 w 1600200"/>
              <a:gd name="connsiteY7" fmla="*/ 376178 h 1919228"/>
              <a:gd name="connsiteX8" fmla="*/ 371475 w 1600200"/>
              <a:gd name="connsiteY8" fmla="*/ 1277 h 1919228"/>
              <a:gd name="connsiteX0" fmla="*/ 371475 w 1600200"/>
              <a:gd name="connsiteY0" fmla="*/ 1544 h 1919495"/>
              <a:gd name="connsiteX1" fmla="*/ 628650 w 1600200"/>
              <a:gd name="connsiteY1" fmla="*/ 585995 h 1919495"/>
              <a:gd name="connsiteX2" fmla="*/ 400050 w 1600200"/>
              <a:gd name="connsiteY2" fmla="*/ 624095 h 1919495"/>
              <a:gd name="connsiteX3" fmla="*/ 1019175 w 1600200"/>
              <a:gd name="connsiteY3" fmla="*/ 1500395 h 1919495"/>
              <a:gd name="connsiteX4" fmla="*/ 1219200 w 1600200"/>
              <a:gd name="connsiteY4" fmla="*/ 1300370 h 1919495"/>
              <a:gd name="connsiteX5" fmla="*/ 1600200 w 1600200"/>
              <a:gd name="connsiteY5" fmla="*/ 1728995 h 1919495"/>
              <a:gd name="connsiteX6" fmla="*/ 1038225 w 1600200"/>
              <a:gd name="connsiteY6" fmla="*/ 1919495 h 1919495"/>
              <a:gd name="connsiteX7" fmla="*/ 0 w 1600200"/>
              <a:gd name="connsiteY7" fmla="*/ 376445 h 1919495"/>
              <a:gd name="connsiteX8" fmla="*/ 371475 w 1600200"/>
              <a:gd name="connsiteY8" fmla="*/ 1544 h 1919495"/>
              <a:gd name="connsiteX0" fmla="*/ 371475 w 1600200"/>
              <a:gd name="connsiteY0" fmla="*/ 1487 h 1919438"/>
              <a:gd name="connsiteX1" fmla="*/ 568075 w 1600200"/>
              <a:gd name="connsiteY1" fmla="*/ 603245 h 1919438"/>
              <a:gd name="connsiteX2" fmla="*/ 400050 w 1600200"/>
              <a:gd name="connsiteY2" fmla="*/ 624038 h 1919438"/>
              <a:gd name="connsiteX3" fmla="*/ 1019175 w 1600200"/>
              <a:gd name="connsiteY3" fmla="*/ 1500338 h 1919438"/>
              <a:gd name="connsiteX4" fmla="*/ 1219200 w 1600200"/>
              <a:gd name="connsiteY4" fmla="*/ 1300313 h 1919438"/>
              <a:gd name="connsiteX5" fmla="*/ 1600200 w 1600200"/>
              <a:gd name="connsiteY5" fmla="*/ 1728938 h 1919438"/>
              <a:gd name="connsiteX6" fmla="*/ 1038225 w 1600200"/>
              <a:gd name="connsiteY6" fmla="*/ 1919438 h 1919438"/>
              <a:gd name="connsiteX7" fmla="*/ 0 w 1600200"/>
              <a:gd name="connsiteY7" fmla="*/ 376388 h 1919438"/>
              <a:gd name="connsiteX8" fmla="*/ 371475 w 1600200"/>
              <a:gd name="connsiteY8" fmla="*/ 1487 h 1919438"/>
              <a:gd name="connsiteX0" fmla="*/ 371475 w 1600200"/>
              <a:gd name="connsiteY0" fmla="*/ 1032 h 1918983"/>
              <a:gd name="connsiteX1" fmla="*/ 568075 w 1600200"/>
              <a:gd name="connsiteY1" fmla="*/ 602790 h 1918983"/>
              <a:gd name="connsiteX2" fmla="*/ 400050 w 1600200"/>
              <a:gd name="connsiteY2" fmla="*/ 623583 h 1918983"/>
              <a:gd name="connsiteX3" fmla="*/ 1019175 w 1600200"/>
              <a:gd name="connsiteY3" fmla="*/ 1499883 h 1918983"/>
              <a:gd name="connsiteX4" fmla="*/ 1219200 w 1600200"/>
              <a:gd name="connsiteY4" fmla="*/ 1299858 h 1918983"/>
              <a:gd name="connsiteX5" fmla="*/ 1600200 w 1600200"/>
              <a:gd name="connsiteY5" fmla="*/ 1728483 h 1918983"/>
              <a:gd name="connsiteX6" fmla="*/ 1038225 w 1600200"/>
              <a:gd name="connsiteY6" fmla="*/ 1918983 h 1918983"/>
              <a:gd name="connsiteX7" fmla="*/ 0 w 1600200"/>
              <a:gd name="connsiteY7" fmla="*/ 375933 h 1918983"/>
              <a:gd name="connsiteX8" fmla="*/ 371475 w 1600200"/>
              <a:gd name="connsiteY8" fmla="*/ 1032 h 1918983"/>
              <a:gd name="connsiteX0" fmla="*/ 371475 w 1600200"/>
              <a:gd name="connsiteY0" fmla="*/ 1088 h 1919039"/>
              <a:gd name="connsiteX1" fmla="*/ 568075 w 1600200"/>
              <a:gd name="connsiteY1" fmla="*/ 602846 h 1919039"/>
              <a:gd name="connsiteX2" fmla="*/ 400050 w 1600200"/>
              <a:gd name="connsiteY2" fmla="*/ 623639 h 1919039"/>
              <a:gd name="connsiteX3" fmla="*/ 1019175 w 1600200"/>
              <a:gd name="connsiteY3" fmla="*/ 1499939 h 1919039"/>
              <a:gd name="connsiteX4" fmla="*/ 1219200 w 1600200"/>
              <a:gd name="connsiteY4" fmla="*/ 1299914 h 1919039"/>
              <a:gd name="connsiteX5" fmla="*/ 1600200 w 1600200"/>
              <a:gd name="connsiteY5" fmla="*/ 1728539 h 1919039"/>
              <a:gd name="connsiteX6" fmla="*/ 1038225 w 1600200"/>
              <a:gd name="connsiteY6" fmla="*/ 1919039 h 1919039"/>
              <a:gd name="connsiteX7" fmla="*/ 0 w 1600200"/>
              <a:gd name="connsiteY7" fmla="*/ 375989 h 1919039"/>
              <a:gd name="connsiteX8" fmla="*/ 371475 w 1600200"/>
              <a:gd name="connsiteY8" fmla="*/ 1088 h 1919039"/>
              <a:gd name="connsiteX0" fmla="*/ 371475 w 1600200"/>
              <a:gd name="connsiteY0" fmla="*/ 1088 h 1919039"/>
              <a:gd name="connsiteX1" fmla="*/ 568075 w 1600200"/>
              <a:gd name="connsiteY1" fmla="*/ 602846 h 1919039"/>
              <a:gd name="connsiteX2" fmla="*/ 400050 w 1600200"/>
              <a:gd name="connsiteY2" fmla="*/ 623639 h 1919039"/>
              <a:gd name="connsiteX3" fmla="*/ 1019175 w 1600200"/>
              <a:gd name="connsiteY3" fmla="*/ 1499939 h 1919039"/>
              <a:gd name="connsiteX4" fmla="*/ 1219200 w 1600200"/>
              <a:gd name="connsiteY4" fmla="*/ 1299914 h 1919039"/>
              <a:gd name="connsiteX5" fmla="*/ 1600200 w 1600200"/>
              <a:gd name="connsiteY5" fmla="*/ 1728539 h 1919039"/>
              <a:gd name="connsiteX6" fmla="*/ 1038225 w 1600200"/>
              <a:gd name="connsiteY6" fmla="*/ 1919039 h 1919039"/>
              <a:gd name="connsiteX7" fmla="*/ 0 w 1600200"/>
              <a:gd name="connsiteY7" fmla="*/ 375989 h 1919039"/>
              <a:gd name="connsiteX8" fmla="*/ 371475 w 1600200"/>
              <a:gd name="connsiteY8" fmla="*/ 1088 h 191903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400050 w 1600200"/>
              <a:gd name="connsiteY2" fmla="*/ 623669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408703 w 1600200"/>
              <a:gd name="connsiteY2" fmla="*/ 643860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59666 w 1600200"/>
              <a:gd name="connsiteY2" fmla="*/ 643860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70138 w 1600200"/>
              <a:gd name="connsiteY3" fmla="*/ 1517276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0522 w 1600200"/>
              <a:gd name="connsiteY3" fmla="*/ 1534584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96099 w 1600200"/>
              <a:gd name="connsiteY3" fmla="*/ 1546122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588662"/>
              <a:gd name="connsiteY0" fmla="*/ 1118 h 1919069"/>
              <a:gd name="connsiteX1" fmla="*/ 568075 w 1588662"/>
              <a:gd name="connsiteY1" fmla="*/ 602876 h 1919069"/>
              <a:gd name="connsiteX2" fmla="*/ 374089 w 1588662"/>
              <a:gd name="connsiteY2" fmla="*/ 646744 h 1919069"/>
              <a:gd name="connsiteX3" fmla="*/ 987445 w 1588662"/>
              <a:gd name="connsiteY3" fmla="*/ 1528815 h 1919069"/>
              <a:gd name="connsiteX4" fmla="*/ 1173048 w 1588662"/>
              <a:gd name="connsiteY4" fmla="*/ 1311482 h 1919069"/>
              <a:gd name="connsiteX5" fmla="*/ 1588662 w 1588662"/>
              <a:gd name="connsiteY5" fmla="*/ 1699723 h 1919069"/>
              <a:gd name="connsiteX6" fmla="*/ 1038225 w 1588662"/>
              <a:gd name="connsiteY6" fmla="*/ 1919069 h 1919069"/>
              <a:gd name="connsiteX7" fmla="*/ 0 w 1588662"/>
              <a:gd name="connsiteY7" fmla="*/ 376019 h 1919069"/>
              <a:gd name="connsiteX8" fmla="*/ 371475 w 1588662"/>
              <a:gd name="connsiteY8" fmla="*/ 1118 h 1919069"/>
              <a:gd name="connsiteX0" fmla="*/ 371475 w 1600166"/>
              <a:gd name="connsiteY0" fmla="*/ 1118 h 1919069"/>
              <a:gd name="connsiteX1" fmla="*/ 568075 w 1600166"/>
              <a:gd name="connsiteY1" fmla="*/ 602876 h 1919069"/>
              <a:gd name="connsiteX2" fmla="*/ 374089 w 1600166"/>
              <a:gd name="connsiteY2" fmla="*/ 646744 h 1919069"/>
              <a:gd name="connsiteX3" fmla="*/ 987445 w 1600166"/>
              <a:gd name="connsiteY3" fmla="*/ 1528815 h 1919069"/>
              <a:gd name="connsiteX4" fmla="*/ 1173048 w 1600166"/>
              <a:gd name="connsiteY4" fmla="*/ 1311482 h 1919069"/>
              <a:gd name="connsiteX5" fmla="*/ 1588662 w 1600166"/>
              <a:gd name="connsiteY5" fmla="*/ 1699723 h 1919069"/>
              <a:gd name="connsiteX6" fmla="*/ 1038225 w 1600166"/>
              <a:gd name="connsiteY6" fmla="*/ 1919069 h 1919069"/>
              <a:gd name="connsiteX7" fmla="*/ 0 w 1600166"/>
              <a:gd name="connsiteY7" fmla="*/ 376019 h 1919069"/>
              <a:gd name="connsiteX8" fmla="*/ 371475 w 1600166"/>
              <a:gd name="connsiteY8" fmla="*/ 1118 h 1919069"/>
              <a:gd name="connsiteX0" fmla="*/ 371475 w 1600166"/>
              <a:gd name="connsiteY0" fmla="*/ 1118 h 1919069"/>
              <a:gd name="connsiteX1" fmla="*/ 568075 w 1600166"/>
              <a:gd name="connsiteY1" fmla="*/ 602876 h 1919069"/>
              <a:gd name="connsiteX2" fmla="*/ 374089 w 1600166"/>
              <a:gd name="connsiteY2" fmla="*/ 646744 h 1919069"/>
              <a:gd name="connsiteX3" fmla="*/ 987445 w 1600166"/>
              <a:gd name="connsiteY3" fmla="*/ 1528815 h 1919069"/>
              <a:gd name="connsiteX4" fmla="*/ 1173048 w 1600166"/>
              <a:gd name="connsiteY4" fmla="*/ 1311482 h 1919069"/>
              <a:gd name="connsiteX5" fmla="*/ 1588662 w 1600166"/>
              <a:gd name="connsiteY5" fmla="*/ 1699723 h 1919069"/>
              <a:gd name="connsiteX6" fmla="*/ 1038225 w 1600166"/>
              <a:gd name="connsiteY6" fmla="*/ 1919069 h 1919069"/>
              <a:gd name="connsiteX7" fmla="*/ 0 w 1600166"/>
              <a:gd name="connsiteY7" fmla="*/ 376019 h 1919069"/>
              <a:gd name="connsiteX8" fmla="*/ 371475 w 1600166"/>
              <a:gd name="connsiteY8" fmla="*/ 1118 h 1919069"/>
              <a:gd name="connsiteX0" fmla="*/ 371475 w 1596260"/>
              <a:gd name="connsiteY0" fmla="*/ 1118 h 1919069"/>
              <a:gd name="connsiteX1" fmla="*/ 568075 w 1596260"/>
              <a:gd name="connsiteY1" fmla="*/ 602876 h 1919069"/>
              <a:gd name="connsiteX2" fmla="*/ 374089 w 1596260"/>
              <a:gd name="connsiteY2" fmla="*/ 646744 h 1919069"/>
              <a:gd name="connsiteX3" fmla="*/ 987445 w 1596260"/>
              <a:gd name="connsiteY3" fmla="*/ 1528815 h 1919069"/>
              <a:gd name="connsiteX4" fmla="*/ 1173048 w 1596260"/>
              <a:gd name="connsiteY4" fmla="*/ 1311482 h 1919069"/>
              <a:gd name="connsiteX5" fmla="*/ 1588662 w 1596260"/>
              <a:gd name="connsiteY5" fmla="*/ 1699723 h 1919069"/>
              <a:gd name="connsiteX6" fmla="*/ 1038225 w 1596260"/>
              <a:gd name="connsiteY6" fmla="*/ 1919069 h 1919069"/>
              <a:gd name="connsiteX7" fmla="*/ 0 w 1596260"/>
              <a:gd name="connsiteY7" fmla="*/ 376019 h 1919069"/>
              <a:gd name="connsiteX8" fmla="*/ 371475 w 1596260"/>
              <a:gd name="connsiteY8" fmla="*/ 1118 h 1919069"/>
              <a:gd name="connsiteX0" fmla="*/ 371475 w 1596260"/>
              <a:gd name="connsiteY0" fmla="*/ 1118 h 1919069"/>
              <a:gd name="connsiteX1" fmla="*/ 568075 w 1596260"/>
              <a:gd name="connsiteY1" fmla="*/ 602876 h 1919069"/>
              <a:gd name="connsiteX2" fmla="*/ 374089 w 1596260"/>
              <a:gd name="connsiteY2" fmla="*/ 646744 h 1919069"/>
              <a:gd name="connsiteX3" fmla="*/ 987445 w 1596260"/>
              <a:gd name="connsiteY3" fmla="*/ 1528815 h 1919069"/>
              <a:gd name="connsiteX4" fmla="*/ 1173048 w 1596260"/>
              <a:gd name="connsiteY4" fmla="*/ 1311482 h 1919069"/>
              <a:gd name="connsiteX5" fmla="*/ 1588662 w 1596260"/>
              <a:gd name="connsiteY5" fmla="*/ 1699723 h 1919069"/>
              <a:gd name="connsiteX6" fmla="*/ 1038225 w 1596260"/>
              <a:gd name="connsiteY6" fmla="*/ 1919069 h 1919069"/>
              <a:gd name="connsiteX7" fmla="*/ 0 w 1596260"/>
              <a:gd name="connsiteY7" fmla="*/ 376019 h 1919069"/>
              <a:gd name="connsiteX8" fmla="*/ 371475 w 1596260"/>
              <a:gd name="connsiteY8" fmla="*/ 1118 h 1919069"/>
              <a:gd name="connsiteX0" fmla="*/ 371475 w 1596260"/>
              <a:gd name="connsiteY0" fmla="*/ 1118 h 1946976"/>
              <a:gd name="connsiteX1" fmla="*/ 568075 w 1596260"/>
              <a:gd name="connsiteY1" fmla="*/ 602876 h 1946976"/>
              <a:gd name="connsiteX2" fmla="*/ 374089 w 1596260"/>
              <a:gd name="connsiteY2" fmla="*/ 646744 h 1946976"/>
              <a:gd name="connsiteX3" fmla="*/ 987445 w 1596260"/>
              <a:gd name="connsiteY3" fmla="*/ 1528815 h 1946976"/>
              <a:gd name="connsiteX4" fmla="*/ 1173048 w 1596260"/>
              <a:gd name="connsiteY4" fmla="*/ 1311482 h 1946976"/>
              <a:gd name="connsiteX5" fmla="*/ 1588662 w 1596260"/>
              <a:gd name="connsiteY5" fmla="*/ 1699723 h 1946976"/>
              <a:gd name="connsiteX6" fmla="*/ 1038225 w 1596260"/>
              <a:gd name="connsiteY6" fmla="*/ 1919069 h 1946976"/>
              <a:gd name="connsiteX7" fmla="*/ 0 w 1596260"/>
              <a:gd name="connsiteY7" fmla="*/ 376019 h 1946976"/>
              <a:gd name="connsiteX8" fmla="*/ 371475 w 1596260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33976 w 1558761"/>
              <a:gd name="connsiteY0" fmla="*/ 1118 h 1946976"/>
              <a:gd name="connsiteX1" fmla="*/ 530576 w 1558761"/>
              <a:gd name="connsiteY1" fmla="*/ 602876 h 1946976"/>
              <a:gd name="connsiteX2" fmla="*/ 336590 w 1558761"/>
              <a:gd name="connsiteY2" fmla="*/ 646744 h 1946976"/>
              <a:gd name="connsiteX3" fmla="*/ 949946 w 1558761"/>
              <a:gd name="connsiteY3" fmla="*/ 1528815 h 1946976"/>
              <a:gd name="connsiteX4" fmla="*/ 1135549 w 1558761"/>
              <a:gd name="connsiteY4" fmla="*/ 1311482 h 1946976"/>
              <a:gd name="connsiteX5" fmla="*/ 1551163 w 1558761"/>
              <a:gd name="connsiteY5" fmla="*/ 1699723 h 1946976"/>
              <a:gd name="connsiteX6" fmla="*/ 1000726 w 1558761"/>
              <a:gd name="connsiteY6" fmla="*/ 1919069 h 1946976"/>
              <a:gd name="connsiteX7" fmla="*/ 0 w 1558761"/>
              <a:gd name="connsiteY7" fmla="*/ 390441 h 1946976"/>
              <a:gd name="connsiteX8" fmla="*/ 333976 w 1558761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44260 w 1560662"/>
              <a:gd name="connsiteY2" fmla="*/ 655398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96 h 1946054"/>
              <a:gd name="connsiteX1" fmla="*/ 532477 w 1560662"/>
              <a:gd name="connsiteY1" fmla="*/ 601954 h 1946054"/>
              <a:gd name="connsiteX2" fmla="*/ 344260 w 1560662"/>
              <a:gd name="connsiteY2" fmla="*/ 654476 h 1946054"/>
              <a:gd name="connsiteX3" fmla="*/ 951847 w 1560662"/>
              <a:gd name="connsiteY3" fmla="*/ 1527893 h 1946054"/>
              <a:gd name="connsiteX4" fmla="*/ 1137450 w 1560662"/>
              <a:gd name="connsiteY4" fmla="*/ 1310560 h 1946054"/>
              <a:gd name="connsiteX5" fmla="*/ 1553064 w 1560662"/>
              <a:gd name="connsiteY5" fmla="*/ 1698801 h 1946054"/>
              <a:gd name="connsiteX6" fmla="*/ 1002627 w 1560662"/>
              <a:gd name="connsiteY6" fmla="*/ 1918147 h 1946054"/>
              <a:gd name="connsiteX7" fmla="*/ 1901 w 1560662"/>
              <a:gd name="connsiteY7" fmla="*/ 389519 h 1946054"/>
              <a:gd name="connsiteX8" fmla="*/ 335877 w 1560662"/>
              <a:gd name="connsiteY8" fmla="*/ 196 h 1946054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5431"/>
              <a:gd name="connsiteY0" fmla="*/ 199 h 1937121"/>
              <a:gd name="connsiteX1" fmla="*/ 532477 w 1565431"/>
              <a:gd name="connsiteY1" fmla="*/ 593021 h 1937121"/>
              <a:gd name="connsiteX2" fmla="*/ 344260 w 1565431"/>
              <a:gd name="connsiteY2" fmla="*/ 645543 h 1937121"/>
              <a:gd name="connsiteX3" fmla="*/ 951847 w 1565431"/>
              <a:gd name="connsiteY3" fmla="*/ 1518960 h 1937121"/>
              <a:gd name="connsiteX4" fmla="*/ 1137450 w 1565431"/>
              <a:gd name="connsiteY4" fmla="*/ 1301627 h 1937121"/>
              <a:gd name="connsiteX5" fmla="*/ 1553064 w 1565431"/>
              <a:gd name="connsiteY5" fmla="*/ 1689868 h 1937121"/>
              <a:gd name="connsiteX6" fmla="*/ 1002627 w 1565431"/>
              <a:gd name="connsiteY6" fmla="*/ 1909214 h 1937121"/>
              <a:gd name="connsiteX7" fmla="*/ 1901 w 1565431"/>
              <a:gd name="connsiteY7" fmla="*/ 380586 h 1937121"/>
              <a:gd name="connsiteX8" fmla="*/ 332898 w 1565431"/>
              <a:gd name="connsiteY8" fmla="*/ 199 h 1937121"/>
              <a:gd name="connsiteX0" fmla="*/ 332898 w 1565431"/>
              <a:gd name="connsiteY0" fmla="*/ 199 h 1937121"/>
              <a:gd name="connsiteX1" fmla="*/ 532477 w 1565431"/>
              <a:gd name="connsiteY1" fmla="*/ 593021 h 1937121"/>
              <a:gd name="connsiteX2" fmla="*/ 344260 w 1565431"/>
              <a:gd name="connsiteY2" fmla="*/ 645543 h 1937121"/>
              <a:gd name="connsiteX3" fmla="*/ 951847 w 1565431"/>
              <a:gd name="connsiteY3" fmla="*/ 1518960 h 1937121"/>
              <a:gd name="connsiteX4" fmla="*/ 1137450 w 1565431"/>
              <a:gd name="connsiteY4" fmla="*/ 1301627 h 1937121"/>
              <a:gd name="connsiteX5" fmla="*/ 1553064 w 1565431"/>
              <a:gd name="connsiteY5" fmla="*/ 1689868 h 1937121"/>
              <a:gd name="connsiteX6" fmla="*/ 1002627 w 1565431"/>
              <a:gd name="connsiteY6" fmla="*/ 1909214 h 1937121"/>
              <a:gd name="connsiteX7" fmla="*/ 1901 w 1565431"/>
              <a:gd name="connsiteY7" fmla="*/ 380586 h 1937121"/>
              <a:gd name="connsiteX8" fmla="*/ 332898 w 1565431"/>
              <a:gd name="connsiteY8" fmla="*/ 199 h 193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5431" h="1937121">
                <a:moveTo>
                  <a:pt x="332898" y="199"/>
                </a:moveTo>
                <a:cubicBezTo>
                  <a:pt x="480797" y="-12106"/>
                  <a:pt x="712130" y="551085"/>
                  <a:pt x="532477" y="593021"/>
                </a:cubicBezTo>
                <a:lnTo>
                  <a:pt x="344260" y="645543"/>
                </a:lnTo>
                <a:cubicBezTo>
                  <a:pt x="475639" y="1163599"/>
                  <a:pt x="690666" y="1300897"/>
                  <a:pt x="951847" y="1518960"/>
                </a:cubicBezTo>
                <a:cubicBezTo>
                  <a:pt x="1003138" y="1396518"/>
                  <a:pt x="1042046" y="1291100"/>
                  <a:pt x="1137450" y="1301627"/>
                </a:cubicBezTo>
                <a:cubicBezTo>
                  <a:pt x="1276950" y="1299313"/>
                  <a:pt x="1636332" y="1564228"/>
                  <a:pt x="1553064" y="1689868"/>
                </a:cubicBezTo>
                <a:cubicBezTo>
                  <a:pt x="1389777" y="1941825"/>
                  <a:pt x="1145722" y="1971673"/>
                  <a:pt x="1002627" y="1909214"/>
                </a:cubicBezTo>
                <a:cubicBezTo>
                  <a:pt x="545977" y="1690048"/>
                  <a:pt x="-37590" y="1110316"/>
                  <a:pt x="1901" y="380586"/>
                </a:cubicBezTo>
                <a:cubicBezTo>
                  <a:pt x="36305" y="148891"/>
                  <a:pt x="133416" y="23363"/>
                  <a:pt x="332898" y="199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1" name="Rectangle 36">
            <a:extLst>
              <a:ext uri="{FF2B5EF4-FFF2-40B4-BE49-F238E27FC236}">
                <a16:creationId xmlns:a16="http://schemas.microsoft.com/office/drawing/2014/main" id="{234350B4-7392-4491-83B5-7B65707E76EF}"/>
              </a:ext>
            </a:extLst>
          </p:cNvPr>
          <p:cNvSpPr/>
          <p:nvPr/>
        </p:nvSpPr>
        <p:spPr>
          <a:xfrm>
            <a:off x="6343043" y="2634074"/>
            <a:ext cx="411575" cy="344044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2" name="Rounded Rectangle 27">
            <a:extLst>
              <a:ext uri="{FF2B5EF4-FFF2-40B4-BE49-F238E27FC236}">
                <a16:creationId xmlns:a16="http://schemas.microsoft.com/office/drawing/2014/main" id="{DE911334-ED03-41E7-8554-BC38F6D41324}"/>
              </a:ext>
            </a:extLst>
          </p:cNvPr>
          <p:cNvSpPr/>
          <p:nvPr/>
        </p:nvSpPr>
        <p:spPr>
          <a:xfrm>
            <a:off x="8556124" y="415056"/>
            <a:ext cx="425042" cy="326490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3" name="Rounded Rectangle 7">
            <a:extLst>
              <a:ext uri="{FF2B5EF4-FFF2-40B4-BE49-F238E27FC236}">
                <a16:creationId xmlns:a16="http://schemas.microsoft.com/office/drawing/2014/main" id="{F3FCBE24-0BCE-45C9-97A5-8BC2238F6790}"/>
              </a:ext>
            </a:extLst>
          </p:cNvPr>
          <p:cNvSpPr/>
          <p:nvPr/>
        </p:nvSpPr>
        <p:spPr>
          <a:xfrm>
            <a:off x="9217003" y="391837"/>
            <a:ext cx="432135" cy="372928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4" name="Chord 15">
            <a:extLst>
              <a:ext uri="{FF2B5EF4-FFF2-40B4-BE49-F238E27FC236}">
                <a16:creationId xmlns:a16="http://schemas.microsoft.com/office/drawing/2014/main" id="{ED0C65B9-7802-4B27-AF4B-EFFA004C71F4}"/>
              </a:ext>
            </a:extLst>
          </p:cNvPr>
          <p:cNvSpPr/>
          <p:nvPr/>
        </p:nvSpPr>
        <p:spPr>
          <a:xfrm>
            <a:off x="10527986" y="361228"/>
            <a:ext cx="199125" cy="434146"/>
          </a:xfrm>
          <a:custGeom>
            <a:avLst/>
            <a:gdLst/>
            <a:ahLst/>
            <a:cxnLst/>
            <a:rect l="l" t="t" r="r" b="b"/>
            <a:pathLst>
              <a:path w="1492970" h="3255081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5" name="Rectangle 16">
            <a:extLst>
              <a:ext uri="{FF2B5EF4-FFF2-40B4-BE49-F238E27FC236}">
                <a16:creationId xmlns:a16="http://schemas.microsoft.com/office/drawing/2014/main" id="{FBBEF29E-A1E0-48D3-AC8F-A2C293DB524D}"/>
              </a:ext>
            </a:extLst>
          </p:cNvPr>
          <p:cNvSpPr/>
          <p:nvPr/>
        </p:nvSpPr>
        <p:spPr>
          <a:xfrm>
            <a:off x="6995399" y="2664094"/>
            <a:ext cx="432135" cy="284005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6" name="Rounded Rectangle 6">
            <a:extLst>
              <a:ext uri="{FF2B5EF4-FFF2-40B4-BE49-F238E27FC236}">
                <a16:creationId xmlns:a16="http://schemas.microsoft.com/office/drawing/2014/main" id="{C0B491C9-E428-46D8-B47E-CBAF96A51AA9}"/>
              </a:ext>
            </a:extLst>
          </p:cNvPr>
          <p:cNvSpPr/>
          <p:nvPr/>
        </p:nvSpPr>
        <p:spPr>
          <a:xfrm>
            <a:off x="6323615" y="1961225"/>
            <a:ext cx="432827" cy="208478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7" name="Rounded Rectangle 6">
            <a:extLst>
              <a:ext uri="{FF2B5EF4-FFF2-40B4-BE49-F238E27FC236}">
                <a16:creationId xmlns:a16="http://schemas.microsoft.com/office/drawing/2014/main" id="{1A42F52D-EFE3-4B5D-AC30-DE8DC9C9B1EE}"/>
              </a:ext>
            </a:extLst>
          </p:cNvPr>
          <p:cNvSpPr/>
          <p:nvPr/>
        </p:nvSpPr>
        <p:spPr>
          <a:xfrm>
            <a:off x="6960721" y="1961225"/>
            <a:ext cx="432827" cy="208478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8" name="Rounded Rectangle 6">
            <a:extLst>
              <a:ext uri="{FF2B5EF4-FFF2-40B4-BE49-F238E27FC236}">
                <a16:creationId xmlns:a16="http://schemas.microsoft.com/office/drawing/2014/main" id="{CB6AD178-DC20-4806-85D1-B4A48824D062}"/>
              </a:ext>
            </a:extLst>
          </p:cNvPr>
          <p:cNvSpPr/>
          <p:nvPr/>
        </p:nvSpPr>
        <p:spPr>
          <a:xfrm>
            <a:off x="7597827" y="1961225"/>
            <a:ext cx="432827" cy="208478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9" name="Rounded Rectangle 6">
            <a:extLst>
              <a:ext uri="{FF2B5EF4-FFF2-40B4-BE49-F238E27FC236}">
                <a16:creationId xmlns:a16="http://schemas.microsoft.com/office/drawing/2014/main" id="{768ED41B-5903-4CFE-BE44-81210C8447D3}"/>
              </a:ext>
            </a:extLst>
          </p:cNvPr>
          <p:cNvSpPr/>
          <p:nvPr/>
        </p:nvSpPr>
        <p:spPr>
          <a:xfrm>
            <a:off x="8234933" y="1961225"/>
            <a:ext cx="432827" cy="208478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240385" y="234376"/>
                </a:moveTo>
                <a:lnTo>
                  <a:pt x="2744441" y="234376"/>
                </a:lnTo>
                <a:lnTo>
                  <a:pt x="2744441" y="1314376"/>
                </a:lnTo>
                <a:lnTo>
                  <a:pt x="2240385" y="1314376"/>
                </a:ln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0" name="Teardrop 6">
            <a:extLst>
              <a:ext uri="{FF2B5EF4-FFF2-40B4-BE49-F238E27FC236}">
                <a16:creationId xmlns:a16="http://schemas.microsoft.com/office/drawing/2014/main" id="{CC69382B-77C6-4FED-9C8E-61105D274B28}"/>
              </a:ext>
            </a:extLst>
          </p:cNvPr>
          <p:cNvSpPr/>
          <p:nvPr/>
        </p:nvSpPr>
        <p:spPr>
          <a:xfrm rot="8100000">
            <a:off x="10480976" y="1918892"/>
            <a:ext cx="293144" cy="293145"/>
          </a:xfrm>
          <a:custGeom>
            <a:avLst/>
            <a:gdLst/>
            <a:ahLst/>
            <a:cxn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1" name="Donut 24">
            <a:extLst>
              <a:ext uri="{FF2B5EF4-FFF2-40B4-BE49-F238E27FC236}">
                <a16:creationId xmlns:a16="http://schemas.microsoft.com/office/drawing/2014/main" id="{A360D2BA-8EB6-4B6D-BF3A-59CD58ED1220}"/>
              </a:ext>
            </a:extLst>
          </p:cNvPr>
          <p:cNvSpPr/>
          <p:nvPr/>
        </p:nvSpPr>
        <p:spPr>
          <a:xfrm>
            <a:off x="6770577" y="1114352"/>
            <a:ext cx="433604" cy="437135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2" name="Chord 38">
            <a:extLst>
              <a:ext uri="{FF2B5EF4-FFF2-40B4-BE49-F238E27FC236}">
                <a16:creationId xmlns:a16="http://schemas.microsoft.com/office/drawing/2014/main" id="{7AA426FE-5E84-4EF8-B85B-74A63DDF18EB}"/>
              </a:ext>
            </a:extLst>
          </p:cNvPr>
          <p:cNvSpPr/>
          <p:nvPr/>
        </p:nvSpPr>
        <p:spPr>
          <a:xfrm>
            <a:off x="7444563" y="1113983"/>
            <a:ext cx="340508" cy="437873"/>
          </a:xfrm>
          <a:custGeom>
            <a:avLst/>
            <a:gdLst/>
            <a:ahLst/>
            <a:cxnLst/>
            <a:rect l="l" t="t" r="r" b="b"/>
            <a:pathLst>
              <a:path w="2519554" h="3240000">
                <a:moveTo>
                  <a:pt x="1259778" y="0"/>
                </a:moveTo>
                <a:cubicBezTo>
                  <a:pt x="1299543" y="0"/>
                  <a:pt x="1331778" y="32235"/>
                  <a:pt x="1331778" y="72000"/>
                </a:cubicBezTo>
                <a:lnTo>
                  <a:pt x="1331778" y="292696"/>
                </a:lnTo>
                <a:cubicBezTo>
                  <a:pt x="1526887" y="301316"/>
                  <a:pt x="1719796" y="357828"/>
                  <a:pt x="1894309" y="459601"/>
                </a:cubicBezTo>
                <a:cubicBezTo>
                  <a:pt x="2284331" y="687055"/>
                  <a:pt x="2522839" y="1105809"/>
                  <a:pt x="2519520" y="1557297"/>
                </a:cubicBezTo>
                <a:lnTo>
                  <a:pt x="2509882" y="1557270"/>
                </a:lnTo>
                <a:cubicBezTo>
                  <a:pt x="2413806" y="1435449"/>
                  <a:pt x="2264527" y="1358626"/>
                  <a:pt x="2097304" y="1358626"/>
                </a:cubicBezTo>
                <a:cubicBezTo>
                  <a:pt x="1931567" y="1358626"/>
                  <a:pt x="1783455" y="1434091"/>
                  <a:pt x="1688484" y="1554913"/>
                </a:cubicBezTo>
                <a:lnTo>
                  <a:pt x="1657888" y="1554825"/>
                </a:lnTo>
                <a:cubicBezTo>
                  <a:pt x="1579123" y="1454657"/>
                  <a:pt x="1463823" y="1385682"/>
                  <a:pt x="1331778" y="1368008"/>
                </a:cubicBezTo>
                <a:lnTo>
                  <a:pt x="1331778" y="2507895"/>
                </a:lnTo>
                <a:lnTo>
                  <a:pt x="1356113" y="2507895"/>
                </a:lnTo>
                <a:lnTo>
                  <a:pt x="1356113" y="2868215"/>
                </a:lnTo>
                <a:lnTo>
                  <a:pt x="1353558" y="2868215"/>
                </a:lnTo>
                <a:cubicBezTo>
                  <a:pt x="1347515" y="3074779"/>
                  <a:pt x="1177830" y="3240000"/>
                  <a:pt x="969556" y="3240000"/>
                </a:cubicBezTo>
                <a:cubicBezTo>
                  <a:pt x="759529" y="3240000"/>
                  <a:pt x="588743" y="3071985"/>
                  <a:pt x="585029" y="2863014"/>
                </a:cubicBezTo>
                <a:cubicBezTo>
                  <a:pt x="584214" y="2861474"/>
                  <a:pt x="584183" y="2859896"/>
                  <a:pt x="584183" y="2858310"/>
                </a:cubicBezTo>
                <a:lnTo>
                  <a:pt x="584422" y="2856985"/>
                </a:lnTo>
                <a:cubicBezTo>
                  <a:pt x="584186" y="2856201"/>
                  <a:pt x="584184" y="2855415"/>
                  <a:pt x="584184" y="2854628"/>
                </a:cubicBezTo>
                <a:lnTo>
                  <a:pt x="584846" y="2854628"/>
                </a:lnTo>
                <a:cubicBezTo>
                  <a:pt x="585977" y="2797047"/>
                  <a:pt x="628115" y="2750982"/>
                  <a:pt x="679843" y="2750982"/>
                </a:cubicBezTo>
                <a:cubicBezTo>
                  <a:pt x="731571" y="2750982"/>
                  <a:pt x="773709" y="2797047"/>
                  <a:pt x="774841" y="2854628"/>
                </a:cubicBezTo>
                <a:lnTo>
                  <a:pt x="776870" y="2854628"/>
                </a:lnTo>
                <a:cubicBezTo>
                  <a:pt x="776870" y="2961046"/>
                  <a:pt x="863138" y="3047314"/>
                  <a:pt x="969556" y="3047314"/>
                </a:cubicBezTo>
                <a:cubicBezTo>
                  <a:pt x="1075974" y="3047314"/>
                  <a:pt x="1162242" y="2961046"/>
                  <a:pt x="1162242" y="2854628"/>
                </a:cubicBezTo>
                <a:lnTo>
                  <a:pt x="1163439" y="2854628"/>
                </a:lnTo>
                <a:lnTo>
                  <a:pt x="1163439" y="2507895"/>
                </a:lnTo>
                <a:lnTo>
                  <a:pt x="1187778" y="2507895"/>
                </a:lnTo>
                <a:lnTo>
                  <a:pt x="1187778" y="1365548"/>
                </a:lnTo>
                <a:cubicBezTo>
                  <a:pt x="1048083" y="1378241"/>
                  <a:pt x="925400" y="1448176"/>
                  <a:pt x="842602" y="1552487"/>
                </a:cubicBezTo>
                <a:lnTo>
                  <a:pt x="807450" y="1552386"/>
                </a:lnTo>
                <a:cubicBezTo>
                  <a:pt x="712615" y="1432960"/>
                  <a:pt x="565486" y="1358626"/>
                  <a:pt x="400996" y="1358626"/>
                </a:cubicBezTo>
                <a:cubicBezTo>
                  <a:pt x="240343" y="1358626"/>
                  <a:pt x="96251" y="1429532"/>
                  <a:pt x="0" y="1543232"/>
                </a:cubicBezTo>
                <a:cubicBezTo>
                  <a:pt x="1264" y="1094357"/>
                  <a:pt x="241710" y="680052"/>
                  <a:pt x="631054" y="455977"/>
                </a:cubicBezTo>
                <a:cubicBezTo>
                  <a:pt x="804121" y="356374"/>
                  <a:pt x="994908" y="301092"/>
                  <a:pt x="1187778" y="292721"/>
                </a:cubicBezTo>
                <a:lnTo>
                  <a:pt x="1187778" y="72000"/>
                </a:lnTo>
                <a:cubicBezTo>
                  <a:pt x="1187778" y="32235"/>
                  <a:pt x="1220013" y="0"/>
                  <a:pt x="1259778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Heart 38">
            <a:extLst>
              <a:ext uri="{FF2B5EF4-FFF2-40B4-BE49-F238E27FC236}">
                <a16:creationId xmlns:a16="http://schemas.microsoft.com/office/drawing/2014/main" id="{38501299-D684-4F86-9186-E0623BCBE99F}"/>
              </a:ext>
            </a:extLst>
          </p:cNvPr>
          <p:cNvSpPr/>
          <p:nvPr/>
        </p:nvSpPr>
        <p:spPr>
          <a:xfrm>
            <a:off x="7938106" y="387211"/>
            <a:ext cx="382181" cy="382181"/>
          </a:xfrm>
          <a:prstGeom prst="hear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Round Same Side Corner Rectangle 19">
            <a:extLst>
              <a:ext uri="{FF2B5EF4-FFF2-40B4-BE49-F238E27FC236}">
                <a16:creationId xmlns:a16="http://schemas.microsoft.com/office/drawing/2014/main" id="{F9A397B4-D471-4E9B-B17C-EB6BA3EEEE09}"/>
              </a:ext>
            </a:extLst>
          </p:cNvPr>
          <p:cNvSpPr/>
          <p:nvPr/>
        </p:nvSpPr>
        <p:spPr>
          <a:xfrm>
            <a:off x="9950314" y="3319524"/>
            <a:ext cx="289093" cy="357183"/>
          </a:xfrm>
          <a:custGeom>
            <a:avLst/>
            <a:gdLst/>
            <a:ahLst/>
            <a:cxnLst/>
            <a:rect l="l" t="t" r="r" b="b"/>
            <a:pathLst>
              <a:path w="2600931" h="3213524">
                <a:moveTo>
                  <a:pt x="1304260" y="0"/>
                </a:moveTo>
                <a:cubicBezTo>
                  <a:pt x="1403671" y="0"/>
                  <a:pt x="1484260" y="80589"/>
                  <a:pt x="1484260" y="180000"/>
                </a:cubicBezTo>
                <a:lnTo>
                  <a:pt x="1484260" y="412061"/>
                </a:lnTo>
                <a:lnTo>
                  <a:pt x="2330931" y="412061"/>
                </a:lnTo>
                <a:lnTo>
                  <a:pt x="2600931" y="682061"/>
                </a:lnTo>
                <a:lnTo>
                  <a:pt x="2330931" y="952061"/>
                </a:lnTo>
                <a:lnTo>
                  <a:pt x="1484260" y="952061"/>
                </a:lnTo>
                <a:lnTo>
                  <a:pt x="1484260" y="1110244"/>
                </a:lnTo>
                <a:lnTo>
                  <a:pt x="2375646" y="1110244"/>
                </a:lnTo>
                <a:lnTo>
                  <a:pt x="2375646" y="1650244"/>
                </a:lnTo>
                <a:lnTo>
                  <a:pt x="1484260" y="1650244"/>
                </a:lnTo>
                <a:lnTo>
                  <a:pt x="1484260" y="3213524"/>
                </a:lnTo>
                <a:lnTo>
                  <a:pt x="1124260" y="3213524"/>
                </a:lnTo>
                <a:lnTo>
                  <a:pt x="1124260" y="1650244"/>
                </a:lnTo>
                <a:lnTo>
                  <a:pt x="270000" y="1650244"/>
                </a:lnTo>
                <a:lnTo>
                  <a:pt x="0" y="1380244"/>
                </a:lnTo>
                <a:lnTo>
                  <a:pt x="270000" y="1110244"/>
                </a:lnTo>
                <a:lnTo>
                  <a:pt x="1124260" y="1110244"/>
                </a:lnTo>
                <a:lnTo>
                  <a:pt x="1124260" y="952061"/>
                </a:lnTo>
                <a:lnTo>
                  <a:pt x="224931" y="952061"/>
                </a:lnTo>
                <a:lnTo>
                  <a:pt x="224931" y="412061"/>
                </a:lnTo>
                <a:lnTo>
                  <a:pt x="1124260" y="412061"/>
                </a:lnTo>
                <a:lnTo>
                  <a:pt x="1124260" y="180000"/>
                </a:lnTo>
                <a:cubicBezTo>
                  <a:pt x="1124260" y="80589"/>
                  <a:pt x="1204849" y="0"/>
                  <a:pt x="1304260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Rectangle 23">
            <a:extLst>
              <a:ext uri="{FF2B5EF4-FFF2-40B4-BE49-F238E27FC236}">
                <a16:creationId xmlns:a16="http://schemas.microsoft.com/office/drawing/2014/main" id="{151BDBED-B229-4F7F-9865-2DD876DBA646}"/>
              </a:ext>
            </a:extLst>
          </p:cNvPr>
          <p:cNvSpPr/>
          <p:nvPr/>
        </p:nvSpPr>
        <p:spPr>
          <a:xfrm>
            <a:off x="5695341" y="3358073"/>
            <a:ext cx="476152" cy="280084"/>
          </a:xfrm>
          <a:custGeom>
            <a:avLst/>
            <a:gdLst/>
            <a:ahLst/>
            <a:cxnLst/>
            <a:rect l="l" t="t" r="r" b="b"/>
            <a:pathLst>
              <a:path w="4529836" h="2664566">
                <a:moveTo>
                  <a:pt x="1861969" y="0"/>
                </a:moveTo>
                <a:cubicBezTo>
                  <a:pt x="2177122" y="0"/>
                  <a:pt x="2455874" y="155855"/>
                  <a:pt x="2611443" y="404565"/>
                </a:cubicBezTo>
                <a:cubicBezTo>
                  <a:pt x="2709453" y="315054"/>
                  <a:pt x="2840684" y="266178"/>
                  <a:pt x="2983336" y="266178"/>
                </a:cubicBezTo>
                <a:cubicBezTo>
                  <a:pt x="3293144" y="266178"/>
                  <a:pt x="3549108" y="496718"/>
                  <a:pt x="3578241" y="797044"/>
                </a:cubicBezTo>
                <a:cubicBezTo>
                  <a:pt x="3583592" y="793823"/>
                  <a:pt x="3589010" y="793774"/>
                  <a:pt x="3594440" y="793774"/>
                </a:cubicBezTo>
                <a:cubicBezTo>
                  <a:pt x="4111042" y="793774"/>
                  <a:pt x="4529836" y="1212568"/>
                  <a:pt x="4529836" y="1729170"/>
                </a:cubicBezTo>
                <a:cubicBezTo>
                  <a:pt x="4529836" y="2216938"/>
                  <a:pt x="4156487" y="2617512"/>
                  <a:pt x="3679930" y="2660249"/>
                </a:cubicBezTo>
                <a:lnTo>
                  <a:pt x="3679930" y="2664566"/>
                </a:lnTo>
                <a:lnTo>
                  <a:pt x="3594440" y="2664566"/>
                </a:lnTo>
                <a:lnTo>
                  <a:pt x="1043912" y="2664566"/>
                </a:lnTo>
                <a:lnTo>
                  <a:pt x="1043912" y="2657589"/>
                </a:lnTo>
                <a:cubicBezTo>
                  <a:pt x="1008374" y="2662448"/>
                  <a:pt x="972132" y="2664566"/>
                  <a:pt x="935396" y="2664566"/>
                </a:cubicBezTo>
                <a:cubicBezTo>
                  <a:pt x="418794" y="2664566"/>
                  <a:pt x="0" y="2245772"/>
                  <a:pt x="0" y="1729170"/>
                </a:cubicBezTo>
                <a:cubicBezTo>
                  <a:pt x="0" y="1212568"/>
                  <a:pt x="418794" y="793774"/>
                  <a:pt x="935396" y="793774"/>
                </a:cubicBezTo>
                <a:lnTo>
                  <a:pt x="954395" y="797612"/>
                </a:lnTo>
                <a:cubicBezTo>
                  <a:pt x="1004779" y="344999"/>
                  <a:pt x="1393085" y="0"/>
                  <a:pt x="1861969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Oval 31">
            <a:extLst>
              <a:ext uri="{FF2B5EF4-FFF2-40B4-BE49-F238E27FC236}">
                <a16:creationId xmlns:a16="http://schemas.microsoft.com/office/drawing/2014/main" id="{174415EF-FA25-4E4B-881C-7156FA9E2F5A}"/>
              </a:ext>
            </a:extLst>
          </p:cNvPr>
          <p:cNvSpPr/>
          <p:nvPr/>
        </p:nvSpPr>
        <p:spPr>
          <a:xfrm>
            <a:off x="8800888" y="3319320"/>
            <a:ext cx="354255" cy="357590"/>
          </a:xfrm>
          <a:custGeom>
            <a:avLst/>
            <a:gdLst/>
            <a:ahLst/>
            <a:cxnLst/>
            <a:rect l="l" t="t" r="r" b="b"/>
            <a:pathLst>
              <a:path w="3187187" h="3217189">
                <a:moveTo>
                  <a:pt x="2136560" y="2669280"/>
                </a:moveTo>
                <a:cubicBezTo>
                  <a:pt x="2154235" y="2662847"/>
                  <a:pt x="2173778" y="2671961"/>
                  <a:pt x="2180211" y="2689635"/>
                </a:cubicBezTo>
                <a:lnTo>
                  <a:pt x="2338628" y="3124881"/>
                </a:lnTo>
                <a:cubicBezTo>
                  <a:pt x="2345061" y="3142556"/>
                  <a:pt x="2335948" y="3162099"/>
                  <a:pt x="2318273" y="3168533"/>
                </a:cubicBezTo>
                <a:lnTo>
                  <a:pt x="2190259" y="3215126"/>
                </a:lnTo>
                <a:cubicBezTo>
                  <a:pt x="2172585" y="3221559"/>
                  <a:pt x="2153041" y="3212445"/>
                  <a:pt x="2146608" y="3194771"/>
                </a:cubicBezTo>
                <a:lnTo>
                  <a:pt x="1988192" y="2759525"/>
                </a:lnTo>
                <a:cubicBezTo>
                  <a:pt x="1981759" y="2741850"/>
                  <a:pt x="1990872" y="2722307"/>
                  <a:pt x="2008547" y="2715873"/>
                </a:cubicBezTo>
                <a:close/>
                <a:moveTo>
                  <a:pt x="1050626" y="2669280"/>
                </a:moveTo>
                <a:lnTo>
                  <a:pt x="1178640" y="2715873"/>
                </a:lnTo>
                <a:cubicBezTo>
                  <a:pt x="1196314" y="2722307"/>
                  <a:pt x="1205428" y="2741850"/>
                  <a:pt x="1198995" y="2759525"/>
                </a:cubicBezTo>
                <a:lnTo>
                  <a:pt x="1040578" y="3194771"/>
                </a:lnTo>
                <a:cubicBezTo>
                  <a:pt x="1034145" y="3212445"/>
                  <a:pt x="1014601" y="3221559"/>
                  <a:pt x="996927" y="3215126"/>
                </a:cubicBezTo>
                <a:lnTo>
                  <a:pt x="868913" y="3168533"/>
                </a:lnTo>
                <a:cubicBezTo>
                  <a:pt x="851239" y="3162099"/>
                  <a:pt x="842125" y="3142556"/>
                  <a:pt x="848558" y="3124881"/>
                </a:cubicBezTo>
                <a:lnTo>
                  <a:pt x="1006975" y="2689635"/>
                </a:lnTo>
                <a:cubicBezTo>
                  <a:pt x="1013408" y="2671961"/>
                  <a:pt x="1032952" y="2662847"/>
                  <a:pt x="1050626" y="2669280"/>
                </a:cubicBezTo>
                <a:close/>
                <a:moveTo>
                  <a:pt x="2647909" y="2029882"/>
                </a:moveTo>
                <a:cubicBezTo>
                  <a:pt x="2656328" y="2027626"/>
                  <a:pt x="2665608" y="2028582"/>
                  <a:pt x="2673752" y="2033284"/>
                </a:cubicBezTo>
                <a:lnTo>
                  <a:pt x="3074877" y="2264874"/>
                </a:lnTo>
                <a:cubicBezTo>
                  <a:pt x="3091166" y="2274278"/>
                  <a:pt x="3096747" y="2295107"/>
                  <a:pt x="3087343" y="2311396"/>
                </a:cubicBezTo>
                <a:lnTo>
                  <a:pt x="3019228" y="2429374"/>
                </a:lnTo>
                <a:cubicBezTo>
                  <a:pt x="3009824" y="2445663"/>
                  <a:pt x="2988995" y="2451244"/>
                  <a:pt x="2972706" y="2441840"/>
                </a:cubicBezTo>
                <a:lnTo>
                  <a:pt x="2571581" y="2210250"/>
                </a:lnTo>
                <a:cubicBezTo>
                  <a:pt x="2555292" y="2200846"/>
                  <a:pt x="2549710" y="2180017"/>
                  <a:pt x="2559115" y="2163728"/>
                </a:cubicBezTo>
                <a:lnTo>
                  <a:pt x="2627229" y="2045750"/>
                </a:lnTo>
                <a:cubicBezTo>
                  <a:pt x="2631932" y="2037605"/>
                  <a:pt x="2639490" y="2032138"/>
                  <a:pt x="2647909" y="2029882"/>
                </a:cubicBezTo>
                <a:close/>
                <a:moveTo>
                  <a:pt x="539277" y="2029882"/>
                </a:moveTo>
                <a:cubicBezTo>
                  <a:pt x="547696" y="2032138"/>
                  <a:pt x="555255" y="2037605"/>
                  <a:pt x="559957" y="2045750"/>
                </a:cubicBezTo>
                <a:lnTo>
                  <a:pt x="628071" y="2163728"/>
                </a:lnTo>
                <a:cubicBezTo>
                  <a:pt x="637476" y="2180017"/>
                  <a:pt x="631895" y="2200846"/>
                  <a:pt x="615606" y="2210250"/>
                </a:cubicBezTo>
                <a:lnTo>
                  <a:pt x="214481" y="2441840"/>
                </a:lnTo>
                <a:cubicBezTo>
                  <a:pt x="198192" y="2451244"/>
                  <a:pt x="177363" y="2445663"/>
                  <a:pt x="167958" y="2429374"/>
                </a:cubicBezTo>
                <a:lnTo>
                  <a:pt x="99844" y="2311396"/>
                </a:lnTo>
                <a:cubicBezTo>
                  <a:pt x="90439" y="2295107"/>
                  <a:pt x="96020" y="2274278"/>
                  <a:pt x="112309" y="2264874"/>
                </a:cubicBezTo>
                <a:lnTo>
                  <a:pt x="513434" y="2033284"/>
                </a:lnTo>
                <a:cubicBezTo>
                  <a:pt x="521579" y="2028582"/>
                  <a:pt x="530858" y="2027626"/>
                  <a:pt x="539277" y="2029882"/>
                </a:cubicBezTo>
                <a:close/>
                <a:moveTo>
                  <a:pt x="3094879" y="918289"/>
                </a:moveTo>
                <a:cubicBezTo>
                  <a:pt x="3112554" y="911856"/>
                  <a:pt x="3132097" y="920969"/>
                  <a:pt x="3138531" y="938644"/>
                </a:cubicBezTo>
                <a:lnTo>
                  <a:pt x="3185124" y="1066657"/>
                </a:lnTo>
                <a:cubicBezTo>
                  <a:pt x="3191557" y="1084332"/>
                  <a:pt x="3182443" y="1103875"/>
                  <a:pt x="3164769" y="1110308"/>
                </a:cubicBezTo>
                <a:lnTo>
                  <a:pt x="2729523" y="1268725"/>
                </a:lnTo>
                <a:cubicBezTo>
                  <a:pt x="2711848" y="1275158"/>
                  <a:pt x="2692304" y="1266045"/>
                  <a:pt x="2685871" y="1248370"/>
                </a:cubicBezTo>
                <a:lnTo>
                  <a:pt x="2639278" y="1120357"/>
                </a:lnTo>
                <a:cubicBezTo>
                  <a:pt x="2632845" y="1102682"/>
                  <a:pt x="2641959" y="1083138"/>
                  <a:pt x="2659633" y="1076705"/>
                </a:cubicBezTo>
                <a:close/>
                <a:moveTo>
                  <a:pt x="92307" y="918289"/>
                </a:moveTo>
                <a:lnTo>
                  <a:pt x="527553" y="1076705"/>
                </a:lnTo>
                <a:cubicBezTo>
                  <a:pt x="545228" y="1083138"/>
                  <a:pt x="554341" y="1102682"/>
                  <a:pt x="547908" y="1120357"/>
                </a:cubicBezTo>
                <a:lnTo>
                  <a:pt x="501315" y="1248370"/>
                </a:lnTo>
                <a:cubicBezTo>
                  <a:pt x="494882" y="1266045"/>
                  <a:pt x="475338" y="1275158"/>
                  <a:pt x="457664" y="1268725"/>
                </a:cubicBezTo>
                <a:lnTo>
                  <a:pt x="22418" y="1110308"/>
                </a:lnTo>
                <a:cubicBezTo>
                  <a:pt x="4743" y="1103875"/>
                  <a:pt x="-4370" y="1084332"/>
                  <a:pt x="2063" y="1066657"/>
                </a:cubicBezTo>
                <a:lnTo>
                  <a:pt x="48656" y="938644"/>
                </a:lnTo>
                <a:cubicBezTo>
                  <a:pt x="55089" y="920969"/>
                  <a:pt x="74633" y="911856"/>
                  <a:pt x="92307" y="918289"/>
                </a:cubicBezTo>
                <a:close/>
                <a:moveTo>
                  <a:pt x="1593593" y="658644"/>
                </a:moveTo>
                <a:cubicBezTo>
                  <a:pt x="2116495" y="658644"/>
                  <a:pt x="2540391" y="1082540"/>
                  <a:pt x="2540391" y="1605442"/>
                </a:cubicBezTo>
                <a:cubicBezTo>
                  <a:pt x="2540391" y="2128344"/>
                  <a:pt x="2116495" y="2552240"/>
                  <a:pt x="1593593" y="2552240"/>
                </a:cubicBezTo>
                <a:cubicBezTo>
                  <a:pt x="1070691" y="2552240"/>
                  <a:pt x="646795" y="2128344"/>
                  <a:pt x="646795" y="1605442"/>
                </a:cubicBezTo>
                <a:cubicBezTo>
                  <a:pt x="646795" y="1082540"/>
                  <a:pt x="1070691" y="658644"/>
                  <a:pt x="1593593" y="658644"/>
                </a:cubicBezTo>
                <a:close/>
                <a:moveTo>
                  <a:pt x="2246117" y="1165"/>
                </a:moveTo>
                <a:cubicBezTo>
                  <a:pt x="2254536" y="-1090"/>
                  <a:pt x="2263815" y="-135"/>
                  <a:pt x="2271960" y="4568"/>
                </a:cubicBezTo>
                <a:lnTo>
                  <a:pt x="2389938" y="72682"/>
                </a:lnTo>
                <a:cubicBezTo>
                  <a:pt x="2406227" y="82087"/>
                  <a:pt x="2411808" y="102916"/>
                  <a:pt x="2402403" y="119205"/>
                </a:cubicBezTo>
                <a:lnTo>
                  <a:pt x="2170814" y="520330"/>
                </a:lnTo>
                <a:cubicBezTo>
                  <a:pt x="2161409" y="536619"/>
                  <a:pt x="2140580" y="542200"/>
                  <a:pt x="2124291" y="532795"/>
                </a:cubicBezTo>
                <a:lnTo>
                  <a:pt x="2006313" y="464681"/>
                </a:lnTo>
                <a:cubicBezTo>
                  <a:pt x="1990024" y="455276"/>
                  <a:pt x="1984443" y="434447"/>
                  <a:pt x="1993848" y="418158"/>
                </a:cubicBezTo>
                <a:lnTo>
                  <a:pt x="2225437" y="17033"/>
                </a:lnTo>
                <a:cubicBezTo>
                  <a:pt x="2230139" y="8889"/>
                  <a:pt x="2237698" y="3421"/>
                  <a:pt x="2246117" y="1165"/>
                </a:cubicBezTo>
                <a:close/>
                <a:moveTo>
                  <a:pt x="941069" y="1165"/>
                </a:moveTo>
                <a:cubicBezTo>
                  <a:pt x="949488" y="3421"/>
                  <a:pt x="957047" y="8889"/>
                  <a:pt x="961749" y="17033"/>
                </a:cubicBezTo>
                <a:lnTo>
                  <a:pt x="1193338" y="418158"/>
                </a:lnTo>
                <a:cubicBezTo>
                  <a:pt x="1202743" y="434447"/>
                  <a:pt x="1197162" y="455276"/>
                  <a:pt x="1180873" y="464681"/>
                </a:cubicBezTo>
                <a:lnTo>
                  <a:pt x="1062895" y="532795"/>
                </a:lnTo>
                <a:cubicBezTo>
                  <a:pt x="1046606" y="542200"/>
                  <a:pt x="1025777" y="536619"/>
                  <a:pt x="1016372" y="520330"/>
                </a:cubicBezTo>
                <a:lnTo>
                  <a:pt x="784783" y="119205"/>
                </a:lnTo>
                <a:cubicBezTo>
                  <a:pt x="775378" y="102916"/>
                  <a:pt x="780959" y="82087"/>
                  <a:pt x="797248" y="72682"/>
                </a:cubicBezTo>
                <a:lnTo>
                  <a:pt x="915226" y="4568"/>
                </a:lnTo>
                <a:cubicBezTo>
                  <a:pt x="923371" y="-135"/>
                  <a:pt x="932650" y="-1090"/>
                  <a:pt x="941069" y="1165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Rectangle 23">
            <a:extLst>
              <a:ext uri="{FF2B5EF4-FFF2-40B4-BE49-F238E27FC236}">
                <a16:creationId xmlns:a16="http://schemas.microsoft.com/office/drawing/2014/main" id="{48D56080-2BF1-4208-B3F1-0102464BA7F2}"/>
              </a:ext>
            </a:extLst>
          </p:cNvPr>
          <p:cNvSpPr/>
          <p:nvPr/>
        </p:nvSpPr>
        <p:spPr>
          <a:xfrm>
            <a:off x="6903689" y="3341566"/>
            <a:ext cx="485828" cy="313099"/>
          </a:xfrm>
          <a:custGeom>
            <a:avLst/>
            <a:gdLst/>
            <a:ahLst/>
            <a:cxnLst/>
            <a:rect l="l" t="t" r="r" b="b"/>
            <a:pathLst>
              <a:path w="3224845" h="2078296">
                <a:moveTo>
                  <a:pt x="1153236" y="427959"/>
                </a:moveTo>
                <a:cubicBezTo>
                  <a:pt x="1348431" y="427959"/>
                  <a:pt x="1521080" y="524490"/>
                  <a:pt x="1617434" y="678532"/>
                </a:cubicBezTo>
                <a:cubicBezTo>
                  <a:pt x="1678138" y="623092"/>
                  <a:pt x="1759417" y="592820"/>
                  <a:pt x="1847771" y="592820"/>
                </a:cubicBezTo>
                <a:cubicBezTo>
                  <a:pt x="2039655" y="592820"/>
                  <a:pt x="2198190" y="735609"/>
                  <a:pt x="2216233" y="921620"/>
                </a:cubicBezTo>
                <a:cubicBezTo>
                  <a:pt x="2219548" y="919625"/>
                  <a:pt x="2222903" y="919594"/>
                  <a:pt x="2226267" y="919594"/>
                </a:cubicBezTo>
                <a:cubicBezTo>
                  <a:pt x="2546231" y="919594"/>
                  <a:pt x="2805617" y="1178981"/>
                  <a:pt x="2805617" y="1498945"/>
                </a:cubicBezTo>
                <a:cubicBezTo>
                  <a:pt x="2805617" y="1801051"/>
                  <a:pt x="2574378" y="2049153"/>
                  <a:pt x="2279216" y="2075622"/>
                </a:cubicBezTo>
                <a:lnTo>
                  <a:pt x="2279216" y="2078296"/>
                </a:lnTo>
                <a:lnTo>
                  <a:pt x="2226267" y="2078296"/>
                </a:lnTo>
                <a:lnTo>
                  <a:pt x="646561" y="2078296"/>
                </a:lnTo>
                <a:lnTo>
                  <a:pt x="646561" y="2073975"/>
                </a:lnTo>
                <a:cubicBezTo>
                  <a:pt x="624550" y="2076984"/>
                  <a:pt x="602103" y="2078296"/>
                  <a:pt x="579350" y="2078296"/>
                </a:cubicBezTo>
                <a:cubicBezTo>
                  <a:pt x="259386" y="2078296"/>
                  <a:pt x="0" y="1818910"/>
                  <a:pt x="0" y="1498945"/>
                </a:cubicBezTo>
                <a:cubicBezTo>
                  <a:pt x="0" y="1178981"/>
                  <a:pt x="259386" y="919594"/>
                  <a:pt x="579350" y="919594"/>
                </a:cubicBezTo>
                <a:lnTo>
                  <a:pt x="591118" y="921972"/>
                </a:lnTo>
                <a:cubicBezTo>
                  <a:pt x="622324" y="641639"/>
                  <a:pt x="862826" y="427959"/>
                  <a:pt x="1153236" y="427959"/>
                </a:cubicBezTo>
                <a:close/>
                <a:moveTo>
                  <a:pt x="1844671" y="0"/>
                </a:moveTo>
                <a:cubicBezTo>
                  <a:pt x="2007709" y="0"/>
                  <a:pt x="2151917" y="80629"/>
                  <a:pt x="2232398" y="209295"/>
                </a:cubicBezTo>
                <a:cubicBezTo>
                  <a:pt x="2283102" y="162988"/>
                  <a:pt x="2350992" y="137703"/>
                  <a:pt x="2424790" y="137703"/>
                </a:cubicBezTo>
                <a:cubicBezTo>
                  <a:pt x="2585064" y="137703"/>
                  <a:pt x="2717483" y="256969"/>
                  <a:pt x="2732554" y="412337"/>
                </a:cubicBezTo>
                <a:cubicBezTo>
                  <a:pt x="2735322" y="410671"/>
                  <a:pt x="2738125" y="410646"/>
                  <a:pt x="2740934" y="410646"/>
                </a:cubicBezTo>
                <a:cubicBezTo>
                  <a:pt x="3008189" y="410646"/>
                  <a:pt x="3224845" y="627302"/>
                  <a:pt x="3224845" y="894557"/>
                </a:cubicBezTo>
                <a:cubicBezTo>
                  <a:pt x="3224845" y="1096996"/>
                  <a:pt x="3100535" y="1270403"/>
                  <a:pt x="2923312" y="1340619"/>
                </a:cubicBezTo>
                <a:cubicBezTo>
                  <a:pt x="2866347" y="1049229"/>
                  <a:pt x="2609521" y="829523"/>
                  <a:pt x="2301383" y="829523"/>
                </a:cubicBezTo>
                <a:cubicBezTo>
                  <a:pt x="2297701" y="829523"/>
                  <a:pt x="2294026" y="829557"/>
                  <a:pt x="2290397" y="831741"/>
                </a:cubicBezTo>
                <a:cubicBezTo>
                  <a:pt x="2270640" y="628070"/>
                  <a:pt x="2097054" y="471725"/>
                  <a:pt x="1886953" y="471725"/>
                </a:cubicBezTo>
                <a:cubicBezTo>
                  <a:pt x="1790211" y="471725"/>
                  <a:pt x="1701214" y="504871"/>
                  <a:pt x="1634747" y="565575"/>
                </a:cubicBezTo>
                <a:cubicBezTo>
                  <a:pt x="1575570" y="470966"/>
                  <a:pt x="1490108" y="396171"/>
                  <a:pt x="1388252" y="349790"/>
                </a:cubicBezTo>
                <a:cubicBezTo>
                  <a:pt x="1438607" y="147092"/>
                  <a:pt x="1624461" y="0"/>
                  <a:pt x="1844671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Oval 31">
            <a:extLst>
              <a:ext uri="{FF2B5EF4-FFF2-40B4-BE49-F238E27FC236}">
                <a16:creationId xmlns:a16="http://schemas.microsoft.com/office/drawing/2014/main" id="{72CFFE88-65E3-4AEF-9E81-60CB6ADE80EC}"/>
              </a:ext>
            </a:extLst>
          </p:cNvPr>
          <p:cNvSpPr/>
          <p:nvPr/>
        </p:nvSpPr>
        <p:spPr>
          <a:xfrm>
            <a:off x="7589324" y="3297262"/>
            <a:ext cx="407177" cy="401707"/>
          </a:xfrm>
          <a:custGeom>
            <a:avLst/>
            <a:gdLst/>
            <a:ahLst/>
            <a:cxnLst/>
            <a:rect l="l" t="t" r="r" b="b"/>
            <a:pathLst>
              <a:path w="3240076" h="3196551">
                <a:moveTo>
                  <a:pt x="2810300" y="1617710"/>
                </a:moveTo>
                <a:cubicBezTo>
                  <a:pt x="2817009" y="1615912"/>
                  <a:pt x="2824405" y="1616674"/>
                  <a:pt x="2830895" y="1620421"/>
                </a:cubicBezTo>
                <a:lnTo>
                  <a:pt x="3150571" y="1804986"/>
                </a:lnTo>
                <a:cubicBezTo>
                  <a:pt x="3163552" y="1812480"/>
                  <a:pt x="3168000" y="1829080"/>
                  <a:pt x="3160506" y="1842062"/>
                </a:cubicBezTo>
                <a:lnTo>
                  <a:pt x="3106222" y="1936084"/>
                </a:lnTo>
                <a:cubicBezTo>
                  <a:pt x="3098727" y="1949065"/>
                  <a:pt x="3082128" y="1953513"/>
                  <a:pt x="3069146" y="1946019"/>
                </a:cubicBezTo>
                <a:lnTo>
                  <a:pt x="2749470" y="1761453"/>
                </a:lnTo>
                <a:cubicBezTo>
                  <a:pt x="2736489" y="1753959"/>
                  <a:pt x="2732040" y="1737359"/>
                  <a:pt x="2739536" y="1724378"/>
                </a:cubicBezTo>
                <a:lnTo>
                  <a:pt x="2793819" y="1630356"/>
                </a:lnTo>
                <a:cubicBezTo>
                  <a:pt x="2797567" y="1623864"/>
                  <a:pt x="2803590" y="1619508"/>
                  <a:pt x="2810300" y="1617710"/>
                </a:cubicBezTo>
                <a:close/>
                <a:moveTo>
                  <a:pt x="1308278" y="1324343"/>
                </a:moveTo>
                <a:cubicBezTo>
                  <a:pt x="1529714" y="1324343"/>
                  <a:pt x="1725574" y="1433852"/>
                  <a:pt x="1834882" y="1608603"/>
                </a:cubicBezTo>
                <a:cubicBezTo>
                  <a:pt x="1903747" y="1545710"/>
                  <a:pt x="1995954" y="1511368"/>
                  <a:pt x="2096186" y="1511368"/>
                </a:cubicBezTo>
                <a:cubicBezTo>
                  <a:pt x="2313867" y="1511368"/>
                  <a:pt x="2493715" y="1673353"/>
                  <a:pt x="2514185" y="1884371"/>
                </a:cubicBezTo>
                <a:cubicBezTo>
                  <a:pt x="2517944" y="1882108"/>
                  <a:pt x="2521751" y="1882074"/>
                  <a:pt x="2525567" y="1882074"/>
                </a:cubicBezTo>
                <a:cubicBezTo>
                  <a:pt x="2888547" y="1882074"/>
                  <a:pt x="3182805" y="2176332"/>
                  <a:pt x="3182805" y="2539312"/>
                </a:cubicBezTo>
                <a:cubicBezTo>
                  <a:pt x="3182805" y="2882034"/>
                  <a:pt x="2920478" y="3163490"/>
                  <a:pt x="2585635" y="3193518"/>
                </a:cubicBezTo>
                <a:lnTo>
                  <a:pt x="2585635" y="3196551"/>
                </a:lnTo>
                <a:lnTo>
                  <a:pt x="2525567" y="3196551"/>
                </a:lnTo>
                <a:lnTo>
                  <a:pt x="733485" y="3196551"/>
                </a:lnTo>
                <a:lnTo>
                  <a:pt x="733485" y="3191649"/>
                </a:lnTo>
                <a:cubicBezTo>
                  <a:pt x="708515" y="3195063"/>
                  <a:pt x="683050" y="3196551"/>
                  <a:pt x="657239" y="3196551"/>
                </a:cubicBezTo>
                <a:cubicBezTo>
                  <a:pt x="294258" y="3196551"/>
                  <a:pt x="0" y="2902293"/>
                  <a:pt x="0" y="2539312"/>
                </a:cubicBezTo>
                <a:cubicBezTo>
                  <a:pt x="0" y="2176332"/>
                  <a:pt x="294258" y="1882074"/>
                  <a:pt x="657239" y="1882074"/>
                </a:cubicBezTo>
                <a:lnTo>
                  <a:pt x="670588" y="1884770"/>
                </a:lnTo>
                <a:cubicBezTo>
                  <a:pt x="705989" y="1566750"/>
                  <a:pt x="978825" y="1324343"/>
                  <a:pt x="1308278" y="1324343"/>
                </a:cubicBezTo>
                <a:close/>
                <a:moveTo>
                  <a:pt x="3166512" y="731828"/>
                </a:moveTo>
                <a:cubicBezTo>
                  <a:pt x="3180598" y="726701"/>
                  <a:pt x="3196172" y="733964"/>
                  <a:pt x="3201300" y="748050"/>
                </a:cubicBezTo>
                <a:lnTo>
                  <a:pt x="3238432" y="850070"/>
                </a:lnTo>
                <a:cubicBezTo>
                  <a:pt x="3243559" y="864156"/>
                  <a:pt x="3236295" y="879731"/>
                  <a:pt x="3222210" y="884857"/>
                </a:cubicBezTo>
                <a:lnTo>
                  <a:pt x="2875342" y="1011107"/>
                </a:lnTo>
                <a:cubicBezTo>
                  <a:pt x="2861256" y="1016234"/>
                  <a:pt x="2845680" y="1008972"/>
                  <a:pt x="2840554" y="994886"/>
                </a:cubicBezTo>
                <a:lnTo>
                  <a:pt x="2803421" y="892866"/>
                </a:lnTo>
                <a:cubicBezTo>
                  <a:pt x="2798295" y="878780"/>
                  <a:pt x="2805558" y="863204"/>
                  <a:pt x="2819643" y="858077"/>
                </a:cubicBezTo>
                <a:close/>
                <a:moveTo>
                  <a:pt x="773619" y="731828"/>
                </a:moveTo>
                <a:lnTo>
                  <a:pt x="1120487" y="858077"/>
                </a:lnTo>
                <a:cubicBezTo>
                  <a:pt x="1134573" y="863204"/>
                  <a:pt x="1141836" y="878780"/>
                  <a:pt x="1136709" y="892866"/>
                </a:cubicBezTo>
                <a:lnTo>
                  <a:pt x="1099577" y="994886"/>
                </a:lnTo>
                <a:cubicBezTo>
                  <a:pt x="1094450" y="1008972"/>
                  <a:pt x="1078875" y="1016234"/>
                  <a:pt x="1064789" y="1011107"/>
                </a:cubicBezTo>
                <a:lnTo>
                  <a:pt x="717921" y="884857"/>
                </a:lnTo>
                <a:cubicBezTo>
                  <a:pt x="703835" y="879731"/>
                  <a:pt x="696572" y="864156"/>
                  <a:pt x="701699" y="850070"/>
                </a:cubicBezTo>
                <a:lnTo>
                  <a:pt x="738831" y="748050"/>
                </a:lnTo>
                <a:cubicBezTo>
                  <a:pt x="743958" y="733964"/>
                  <a:pt x="759534" y="726701"/>
                  <a:pt x="773619" y="731828"/>
                </a:cubicBezTo>
                <a:close/>
                <a:moveTo>
                  <a:pt x="1970065" y="524905"/>
                </a:moveTo>
                <a:cubicBezTo>
                  <a:pt x="2386791" y="524905"/>
                  <a:pt x="2724614" y="862728"/>
                  <a:pt x="2724614" y="1279453"/>
                </a:cubicBezTo>
                <a:cubicBezTo>
                  <a:pt x="2724614" y="1453368"/>
                  <a:pt x="2665775" y="1613540"/>
                  <a:pt x="2564463" y="1739247"/>
                </a:cubicBezTo>
                <a:cubicBezTo>
                  <a:pt x="2529951" y="1545877"/>
                  <a:pt x="2358485" y="1402176"/>
                  <a:pt x="2153457" y="1402176"/>
                </a:cubicBezTo>
                <a:cubicBezTo>
                  <a:pt x="2053225" y="1402176"/>
                  <a:pt x="1961018" y="1436518"/>
                  <a:pt x="1892153" y="1499411"/>
                </a:cubicBezTo>
                <a:cubicBezTo>
                  <a:pt x="1782845" y="1324660"/>
                  <a:pt x="1586985" y="1215151"/>
                  <a:pt x="1365549" y="1215151"/>
                </a:cubicBezTo>
                <a:cubicBezTo>
                  <a:pt x="1314582" y="1215151"/>
                  <a:pt x="1264970" y="1220953"/>
                  <a:pt x="1217820" y="1233835"/>
                </a:cubicBezTo>
                <a:cubicBezTo>
                  <a:pt x="1240489" y="838320"/>
                  <a:pt x="1568676" y="524905"/>
                  <a:pt x="1970065" y="524905"/>
                </a:cubicBezTo>
                <a:close/>
                <a:moveTo>
                  <a:pt x="2490093" y="928"/>
                </a:moveTo>
                <a:cubicBezTo>
                  <a:pt x="2496802" y="-869"/>
                  <a:pt x="2504197" y="-108"/>
                  <a:pt x="2510688" y="3640"/>
                </a:cubicBezTo>
                <a:lnTo>
                  <a:pt x="2604711" y="57924"/>
                </a:lnTo>
                <a:cubicBezTo>
                  <a:pt x="2617692" y="65419"/>
                  <a:pt x="2622140" y="82019"/>
                  <a:pt x="2614644" y="95000"/>
                </a:cubicBezTo>
                <a:lnTo>
                  <a:pt x="2430080" y="414676"/>
                </a:lnTo>
                <a:cubicBezTo>
                  <a:pt x="2422585" y="427657"/>
                  <a:pt x="2405985" y="432105"/>
                  <a:pt x="2393004" y="424610"/>
                </a:cubicBezTo>
                <a:lnTo>
                  <a:pt x="2298982" y="370326"/>
                </a:lnTo>
                <a:cubicBezTo>
                  <a:pt x="2286000" y="362831"/>
                  <a:pt x="2281552" y="346232"/>
                  <a:pt x="2289048" y="333250"/>
                </a:cubicBezTo>
                <a:lnTo>
                  <a:pt x="2473612" y="13574"/>
                </a:lnTo>
                <a:cubicBezTo>
                  <a:pt x="2477359" y="7084"/>
                  <a:pt x="2483383" y="2726"/>
                  <a:pt x="2490093" y="928"/>
                </a:cubicBezTo>
                <a:close/>
                <a:moveTo>
                  <a:pt x="1450038" y="928"/>
                </a:moveTo>
                <a:cubicBezTo>
                  <a:pt x="1456747" y="2726"/>
                  <a:pt x="1462771" y="7084"/>
                  <a:pt x="1466519" y="13574"/>
                </a:cubicBezTo>
                <a:lnTo>
                  <a:pt x="1651083" y="333250"/>
                </a:lnTo>
                <a:cubicBezTo>
                  <a:pt x="1658578" y="346232"/>
                  <a:pt x="1654131" y="362831"/>
                  <a:pt x="1641149" y="370326"/>
                </a:cubicBezTo>
                <a:lnTo>
                  <a:pt x="1547127" y="424610"/>
                </a:lnTo>
                <a:cubicBezTo>
                  <a:pt x="1534145" y="432105"/>
                  <a:pt x="1517546" y="427657"/>
                  <a:pt x="1510050" y="414676"/>
                </a:cubicBezTo>
                <a:lnTo>
                  <a:pt x="1325486" y="95000"/>
                </a:lnTo>
                <a:cubicBezTo>
                  <a:pt x="1317991" y="82019"/>
                  <a:pt x="1322439" y="65419"/>
                  <a:pt x="1335420" y="57924"/>
                </a:cubicBezTo>
                <a:lnTo>
                  <a:pt x="1429442" y="3640"/>
                </a:lnTo>
                <a:cubicBezTo>
                  <a:pt x="1435933" y="-108"/>
                  <a:pt x="1443328" y="-869"/>
                  <a:pt x="1450038" y="928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ardrop 17">
            <a:extLst>
              <a:ext uri="{FF2B5EF4-FFF2-40B4-BE49-F238E27FC236}">
                <a16:creationId xmlns:a16="http://schemas.microsoft.com/office/drawing/2014/main" id="{EE289659-1A3A-44A9-BFDD-B455379EE389}"/>
              </a:ext>
            </a:extLst>
          </p:cNvPr>
          <p:cNvSpPr/>
          <p:nvPr/>
        </p:nvSpPr>
        <p:spPr>
          <a:xfrm rot="18900000">
            <a:off x="6371300" y="3329211"/>
            <a:ext cx="332582" cy="337808"/>
          </a:xfrm>
          <a:custGeom>
            <a:avLst/>
            <a:gdLst/>
            <a:ahLst/>
            <a:cxnLst/>
            <a:rect l="l" t="t" r="r" b="b"/>
            <a:pathLst>
              <a:path w="2646489" h="2688071">
                <a:moveTo>
                  <a:pt x="306023" y="2382048"/>
                </a:moveTo>
                <a:cubicBezTo>
                  <a:pt x="271732" y="2441625"/>
                  <a:pt x="254586" y="2501201"/>
                  <a:pt x="254586" y="2560778"/>
                </a:cubicBezTo>
                <a:cubicBezTo>
                  <a:pt x="254586" y="2631080"/>
                  <a:pt x="197595" y="2688071"/>
                  <a:pt x="127293" y="2688071"/>
                </a:cubicBezTo>
                <a:cubicBezTo>
                  <a:pt x="56991" y="2688071"/>
                  <a:pt x="0" y="2631081"/>
                  <a:pt x="0" y="2560778"/>
                </a:cubicBezTo>
                <a:cubicBezTo>
                  <a:pt x="0" y="2490477"/>
                  <a:pt x="56991" y="2433485"/>
                  <a:pt x="127293" y="2433485"/>
                </a:cubicBezTo>
                <a:cubicBezTo>
                  <a:pt x="186870" y="2433486"/>
                  <a:pt x="246446" y="2416340"/>
                  <a:pt x="306023" y="2382048"/>
                </a:cubicBezTo>
                <a:close/>
                <a:moveTo>
                  <a:pt x="812224" y="2334103"/>
                </a:moveTo>
                <a:cubicBezTo>
                  <a:pt x="777933" y="2393681"/>
                  <a:pt x="760787" y="2453256"/>
                  <a:pt x="760787" y="2512834"/>
                </a:cubicBezTo>
                <a:cubicBezTo>
                  <a:pt x="760787" y="2583136"/>
                  <a:pt x="703796" y="2640127"/>
                  <a:pt x="633494" y="2640127"/>
                </a:cubicBezTo>
                <a:cubicBezTo>
                  <a:pt x="563192" y="2640127"/>
                  <a:pt x="506201" y="2583136"/>
                  <a:pt x="506201" y="2512834"/>
                </a:cubicBezTo>
                <a:cubicBezTo>
                  <a:pt x="506201" y="2442532"/>
                  <a:pt x="563192" y="2385541"/>
                  <a:pt x="633494" y="2385541"/>
                </a:cubicBezTo>
                <a:cubicBezTo>
                  <a:pt x="693071" y="2385540"/>
                  <a:pt x="752647" y="2368395"/>
                  <a:pt x="812224" y="2334103"/>
                </a:cubicBezTo>
                <a:close/>
                <a:moveTo>
                  <a:pt x="353968" y="1875848"/>
                </a:moveTo>
                <a:cubicBezTo>
                  <a:pt x="319677" y="1935424"/>
                  <a:pt x="302531" y="1995001"/>
                  <a:pt x="302530" y="2054578"/>
                </a:cubicBezTo>
                <a:cubicBezTo>
                  <a:pt x="302530" y="2124880"/>
                  <a:pt x="245539" y="2181871"/>
                  <a:pt x="175237" y="2181871"/>
                </a:cubicBezTo>
                <a:cubicBezTo>
                  <a:pt x="104935" y="2181871"/>
                  <a:pt x="47945" y="2124880"/>
                  <a:pt x="47944" y="2054578"/>
                </a:cubicBezTo>
                <a:cubicBezTo>
                  <a:pt x="47944" y="1984276"/>
                  <a:pt x="104935" y="1927285"/>
                  <a:pt x="175237" y="1927285"/>
                </a:cubicBezTo>
                <a:cubicBezTo>
                  <a:pt x="234815" y="1927285"/>
                  <a:pt x="294391" y="1910139"/>
                  <a:pt x="353968" y="1875848"/>
                </a:cubicBezTo>
                <a:close/>
                <a:moveTo>
                  <a:pt x="401912" y="1369646"/>
                </a:moveTo>
                <a:cubicBezTo>
                  <a:pt x="367621" y="1429223"/>
                  <a:pt x="350475" y="1488799"/>
                  <a:pt x="350475" y="1548377"/>
                </a:cubicBezTo>
                <a:cubicBezTo>
                  <a:pt x="350475" y="1618679"/>
                  <a:pt x="293484" y="1675670"/>
                  <a:pt x="223182" y="1675670"/>
                </a:cubicBezTo>
                <a:cubicBezTo>
                  <a:pt x="152880" y="1675670"/>
                  <a:pt x="95889" y="1618679"/>
                  <a:pt x="95889" y="1548377"/>
                </a:cubicBezTo>
                <a:cubicBezTo>
                  <a:pt x="95889" y="1478075"/>
                  <a:pt x="152880" y="1421084"/>
                  <a:pt x="223182" y="1421084"/>
                </a:cubicBezTo>
                <a:cubicBezTo>
                  <a:pt x="282759" y="1421084"/>
                  <a:pt x="342335" y="1403938"/>
                  <a:pt x="401912" y="1369646"/>
                </a:cubicBezTo>
                <a:close/>
                <a:moveTo>
                  <a:pt x="1318425" y="2286158"/>
                </a:moveTo>
                <a:cubicBezTo>
                  <a:pt x="1284134" y="2345735"/>
                  <a:pt x="1266988" y="2405312"/>
                  <a:pt x="1266987" y="2464888"/>
                </a:cubicBezTo>
                <a:cubicBezTo>
                  <a:pt x="1266987" y="2535190"/>
                  <a:pt x="1209996" y="2592182"/>
                  <a:pt x="1139694" y="2592182"/>
                </a:cubicBezTo>
                <a:cubicBezTo>
                  <a:pt x="1069392" y="2592182"/>
                  <a:pt x="1012402" y="2535191"/>
                  <a:pt x="1012401" y="2464888"/>
                </a:cubicBezTo>
                <a:cubicBezTo>
                  <a:pt x="1012401" y="2394586"/>
                  <a:pt x="1069392" y="2337595"/>
                  <a:pt x="1139694" y="2337595"/>
                </a:cubicBezTo>
                <a:cubicBezTo>
                  <a:pt x="1199271" y="2337596"/>
                  <a:pt x="1258848" y="2320449"/>
                  <a:pt x="1318425" y="2286158"/>
                </a:cubicBezTo>
                <a:close/>
                <a:moveTo>
                  <a:pt x="860169" y="1827902"/>
                </a:moveTo>
                <a:cubicBezTo>
                  <a:pt x="825878" y="1887479"/>
                  <a:pt x="808731" y="1947056"/>
                  <a:pt x="808731" y="2006633"/>
                </a:cubicBezTo>
                <a:cubicBezTo>
                  <a:pt x="808731" y="2076935"/>
                  <a:pt x="751740" y="2133926"/>
                  <a:pt x="681438" y="2133926"/>
                </a:cubicBezTo>
                <a:cubicBezTo>
                  <a:pt x="611136" y="2133926"/>
                  <a:pt x="554146" y="2076935"/>
                  <a:pt x="554145" y="2006633"/>
                </a:cubicBezTo>
                <a:cubicBezTo>
                  <a:pt x="554145" y="1936331"/>
                  <a:pt x="611136" y="1879340"/>
                  <a:pt x="681438" y="1879340"/>
                </a:cubicBezTo>
                <a:cubicBezTo>
                  <a:pt x="741015" y="1879340"/>
                  <a:pt x="800591" y="1862193"/>
                  <a:pt x="860169" y="1827902"/>
                </a:cubicBezTo>
                <a:close/>
                <a:moveTo>
                  <a:pt x="2096803" y="190871"/>
                </a:moveTo>
                <a:cubicBezTo>
                  <a:pt x="2253382" y="347450"/>
                  <a:pt x="2314442" y="563378"/>
                  <a:pt x="2268166" y="764238"/>
                </a:cubicBezTo>
                <a:cubicBezTo>
                  <a:pt x="2361334" y="768461"/>
                  <a:pt x="2450817" y="809378"/>
                  <a:pt x="2521691" y="880252"/>
                </a:cubicBezTo>
                <a:cubicBezTo>
                  <a:pt x="2675615" y="1034176"/>
                  <a:pt x="2688247" y="1275888"/>
                  <a:pt x="2553508" y="1439575"/>
                </a:cubicBezTo>
                <a:cubicBezTo>
                  <a:pt x="2557767" y="1440633"/>
                  <a:pt x="2560483" y="1443301"/>
                  <a:pt x="2563181" y="1445999"/>
                </a:cubicBezTo>
                <a:cubicBezTo>
                  <a:pt x="2819847" y="1702665"/>
                  <a:pt x="2819847" y="2118808"/>
                  <a:pt x="2563181" y="2375474"/>
                </a:cubicBezTo>
                <a:cubicBezTo>
                  <a:pt x="2320841" y="2617815"/>
                  <a:pt x="1936328" y="2631341"/>
                  <a:pt x="1678325" y="2415804"/>
                </a:cubicBezTo>
                <a:lnTo>
                  <a:pt x="1676180" y="2417949"/>
                </a:lnTo>
                <a:lnTo>
                  <a:pt x="1633705" y="2375475"/>
                </a:lnTo>
                <a:lnTo>
                  <a:pt x="366513" y="1108282"/>
                </a:lnTo>
                <a:lnTo>
                  <a:pt x="369979" y="1104815"/>
                </a:lnTo>
                <a:cubicBezTo>
                  <a:pt x="349908" y="1089573"/>
                  <a:pt x="330850" y="1072619"/>
                  <a:pt x="312598" y="1054367"/>
                </a:cubicBezTo>
                <a:cubicBezTo>
                  <a:pt x="55932" y="797701"/>
                  <a:pt x="55932" y="381558"/>
                  <a:pt x="312598" y="124891"/>
                </a:cubicBezTo>
                <a:cubicBezTo>
                  <a:pt x="569264" y="-131775"/>
                  <a:pt x="985408" y="-131775"/>
                  <a:pt x="1242074" y="124891"/>
                </a:cubicBezTo>
                <a:lnTo>
                  <a:pt x="1249606" y="136238"/>
                </a:lnTo>
                <a:cubicBezTo>
                  <a:pt x="1499513" y="-63604"/>
                  <a:pt x="1863845" y="-42087"/>
                  <a:pt x="2096803" y="190871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Rectangle 23">
            <a:extLst>
              <a:ext uri="{FF2B5EF4-FFF2-40B4-BE49-F238E27FC236}">
                <a16:creationId xmlns:a16="http://schemas.microsoft.com/office/drawing/2014/main" id="{877F869E-C892-4808-BE32-55322CE949B1}"/>
              </a:ext>
            </a:extLst>
          </p:cNvPr>
          <p:cNvSpPr/>
          <p:nvPr/>
        </p:nvSpPr>
        <p:spPr>
          <a:xfrm>
            <a:off x="8196308" y="3294532"/>
            <a:ext cx="404773" cy="407167"/>
          </a:xfrm>
          <a:custGeom>
            <a:avLst/>
            <a:gdLst/>
            <a:ahLst/>
            <a:cxnLst/>
            <a:rect l="l" t="t" r="r" b="b"/>
            <a:pathLst>
              <a:path w="3220951" h="3240001">
                <a:moveTo>
                  <a:pt x="1308278" y="1367793"/>
                </a:moveTo>
                <a:cubicBezTo>
                  <a:pt x="1529714" y="1367793"/>
                  <a:pt x="1725574" y="1477302"/>
                  <a:pt x="1834882" y="1652053"/>
                </a:cubicBezTo>
                <a:cubicBezTo>
                  <a:pt x="1903747" y="1589160"/>
                  <a:pt x="1995954" y="1554818"/>
                  <a:pt x="2096186" y="1554818"/>
                </a:cubicBezTo>
                <a:cubicBezTo>
                  <a:pt x="2313867" y="1554818"/>
                  <a:pt x="2493715" y="1716803"/>
                  <a:pt x="2514185" y="1927821"/>
                </a:cubicBezTo>
                <a:cubicBezTo>
                  <a:pt x="2517944" y="1925558"/>
                  <a:pt x="2521751" y="1925524"/>
                  <a:pt x="2525567" y="1925524"/>
                </a:cubicBezTo>
                <a:cubicBezTo>
                  <a:pt x="2888547" y="1925524"/>
                  <a:pt x="3182805" y="2219782"/>
                  <a:pt x="3182805" y="2582762"/>
                </a:cubicBezTo>
                <a:cubicBezTo>
                  <a:pt x="3182805" y="2925484"/>
                  <a:pt x="2920478" y="3206940"/>
                  <a:pt x="2585635" y="3236968"/>
                </a:cubicBezTo>
                <a:lnTo>
                  <a:pt x="2585635" y="3240001"/>
                </a:lnTo>
                <a:lnTo>
                  <a:pt x="2525567" y="3240001"/>
                </a:lnTo>
                <a:lnTo>
                  <a:pt x="733485" y="3240001"/>
                </a:lnTo>
                <a:lnTo>
                  <a:pt x="733485" y="3235099"/>
                </a:lnTo>
                <a:cubicBezTo>
                  <a:pt x="708515" y="3238513"/>
                  <a:pt x="683051" y="3240001"/>
                  <a:pt x="657239" y="3240001"/>
                </a:cubicBezTo>
                <a:cubicBezTo>
                  <a:pt x="294258" y="3240001"/>
                  <a:pt x="0" y="2945743"/>
                  <a:pt x="0" y="2582762"/>
                </a:cubicBezTo>
                <a:cubicBezTo>
                  <a:pt x="0" y="2219782"/>
                  <a:pt x="294258" y="1925524"/>
                  <a:pt x="657239" y="1925524"/>
                </a:cubicBezTo>
                <a:lnTo>
                  <a:pt x="670588" y="1928221"/>
                </a:lnTo>
                <a:cubicBezTo>
                  <a:pt x="705989" y="1610200"/>
                  <a:pt x="978825" y="1367793"/>
                  <a:pt x="1308278" y="1367793"/>
                </a:cubicBezTo>
                <a:close/>
                <a:moveTo>
                  <a:pt x="1589786" y="0"/>
                </a:moveTo>
                <a:cubicBezTo>
                  <a:pt x="1520182" y="453314"/>
                  <a:pt x="1668069" y="912942"/>
                  <a:pt x="1988957" y="1240613"/>
                </a:cubicBezTo>
                <a:cubicBezTo>
                  <a:pt x="2309845" y="1568285"/>
                  <a:pt x="2766281" y="1725754"/>
                  <a:pt x="3220951" y="1665645"/>
                </a:cubicBezTo>
                <a:cubicBezTo>
                  <a:pt x="3108976" y="1775302"/>
                  <a:pt x="2980523" y="1857805"/>
                  <a:pt x="2843553" y="1912752"/>
                </a:cubicBezTo>
                <a:cubicBezTo>
                  <a:pt x="2756367" y="1866073"/>
                  <a:pt x="2656598" y="1841175"/>
                  <a:pt x="2551012" y="1841175"/>
                </a:cubicBezTo>
                <a:cubicBezTo>
                  <a:pt x="2547197" y="1841176"/>
                  <a:pt x="2543390" y="1841210"/>
                  <a:pt x="2539631" y="1843473"/>
                </a:cubicBezTo>
                <a:cubicBezTo>
                  <a:pt x="2519161" y="1632454"/>
                  <a:pt x="2339312" y="1470470"/>
                  <a:pt x="2121631" y="1470470"/>
                </a:cubicBezTo>
                <a:cubicBezTo>
                  <a:pt x="2021400" y="1470470"/>
                  <a:pt x="1929192" y="1504812"/>
                  <a:pt x="1860327" y="1567705"/>
                </a:cubicBezTo>
                <a:cubicBezTo>
                  <a:pt x="1751020" y="1392954"/>
                  <a:pt x="1555160" y="1283445"/>
                  <a:pt x="1333723" y="1283445"/>
                </a:cubicBezTo>
                <a:lnTo>
                  <a:pt x="1331160" y="1283679"/>
                </a:lnTo>
                <a:cubicBezTo>
                  <a:pt x="1150898" y="856385"/>
                  <a:pt x="1238290" y="344219"/>
                  <a:pt x="1589786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Round Same Side Corner Rectangle 8">
            <a:extLst>
              <a:ext uri="{FF2B5EF4-FFF2-40B4-BE49-F238E27FC236}">
                <a16:creationId xmlns:a16="http://schemas.microsoft.com/office/drawing/2014/main" id="{8A67B1D2-B478-4548-B727-EB51DDE65667}"/>
              </a:ext>
            </a:extLst>
          </p:cNvPr>
          <p:cNvSpPr/>
          <p:nvPr/>
        </p:nvSpPr>
        <p:spPr>
          <a:xfrm>
            <a:off x="5845187" y="345925"/>
            <a:ext cx="176460" cy="464752"/>
          </a:xfrm>
          <a:custGeom>
            <a:avLst/>
            <a:gdLst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8887 w 1489775"/>
              <a:gd name="connsiteY10" fmla="*/ 2305078 h 3923699"/>
              <a:gd name="connsiteX11" fmla="*/ 1151853 w 1489775"/>
              <a:gd name="connsiteY11" fmla="*/ 3743699 h 3923699"/>
              <a:gd name="connsiteX12" fmla="*/ 971853 w 1489775"/>
              <a:gd name="connsiteY12" fmla="*/ 3923699 h 3923699"/>
              <a:gd name="connsiteX13" fmla="*/ 791853 w 1489775"/>
              <a:gd name="connsiteY13" fmla="*/ 3743699 h 3923699"/>
              <a:gd name="connsiteX14" fmla="*/ 791853 w 1489775"/>
              <a:gd name="connsiteY14" fmla="*/ 2305078 h 3923699"/>
              <a:gd name="connsiteX15" fmla="*/ 683854 w 1489775"/>
              <a:gd name="connsiteY15" fmla="*/ 2305078 h 3923699"/>
              <a:gd name="connsiteX16" fmla="*/ 683854 w 1489775"/>
              <a:gd name="connsiteY16" fmla="*/ 3743698 h 3923699"/>
              <a:gd name="connsiteX17" fmla="*/ 503854 w 1489775"/>
              <a:gd name="connsiteY17" fmla="*/ 3923698 h 3923699"/>
              <a:gd name="connsiteX18" fmla="*/ 323854 w 1489775"/>
              <a:gd name="connsiteY18" fmla="*/ 3743698 h 3923699"/>
              <a:gd name="connsiteX19" fmla="*/ 323854 w 1489775"/>
              <a:gd name="connsiteY19" fmla="*/ 2238914 h 3923699"/>
              <a:gd name="connsiteX20" fmla="*/ 330887 w 1489775"/>
              <a:gd name="connsiteY20" fmla="*/ 2238914 h 3923699"/>
              <a:gd name="connsiteX21" fmla="*/ 330887 w 1489775"/>
              <a:gd name="connsiteY21" fmla="*/ 1390678 h 3923699"/>
              <a:gd name="connsiteX22" fmla="*/ 288033 w 1489775"/>
              <a:gd name="connsiteY22" fmla="*/ 1390678 h 3923699"/>
              <a:gd name="connsiteX23" fmla="*/ 288033 w 1489775"/>
              <a:gd name="connsiteY23" fmla="*/ 2063902 h 3923699"/>
              <a:gd name="connsiteX24" fmla="*/ 144017 w 1489775"/>
              <a:gd name="connsiteY24" fmla="*/ 2207918 h 3923699"/>
              <a:gd name="connsiteX25" fmla="*/ 1 w 1489775"/>
              <a:gd name="connsiteY25" fmla="*/ 2063902 h 3923699"/>
              <a:gd name="connsiteX26" fmla="*/ 1 w 1489775"/>
              <a:gd name="connsiteY26" fmla="*/ 1390678 h 3923699"/>
              <a:gd name="connsiteX27" fmla="*/ 0 w 1489775"/>
              <a:gd name="connsiteY27" fmla="*/ 1390678 h 3923699"/>
              <a:gd name="connsiteX28" fmla="*/ 0 w 1489775"/>
              <a:gd name="connsiteY28" fmla="*/ 1030958 h 3923699"/>
              <a:gd name="connsiteX29" fmla="*/ 280204 w 1489775"/>
              <a:gd name="connsiteY29" fmla="*/ 750754 h 3923699"/>
              <a:gd name="connsiteX30" fmla="*/ 744888 w 1489775"/>
              <a:gd name="connsiteY30" fmla="*/ 0 h 3923699"/>
              <a:gd name="connsiteX31" fmla="*/ 1082199 w 1489775"/>
              <a:gd name="connsiteY31" fmla="*/ 337311 h 3923699"/>
              <a:gd name="connsiteX32" fmla="*/ 744888 w 1489775"/>
              <a:gd name="connsiteY32" fmla="*/ 674622 h 3923699"/>
              <a:gd name="connsiteX33" fmla="*/ 407577 w 1489775"/>
              <a:gd name="connsiteY33" fmla="*/ 337311 h 3923699"/>
              <a:gd name="connsiteX34" fmla="*/ 744888 w 1489775"/>
              <a:gd name="connsiteY34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23854 w 1489775"/>
              <a:gd name="connsiteY18" fmla="*/ 2238914 h 3923699"/>
              <a:gd name="connsiteX19" fmla="*/ 330887 w 1489775"/>
              <a:gd name="connsiteY19" fmla="*/ 2238914 h 3923699"/>
              <a:gd name="connsiteX20" fmla="*/ 330887 w 1489775"/>
              <a:gd name="connsiteY20" fmla="*/ 1390678 h 3923699"/>
              <a:gd name="connsiteX21" fmla="*/ 288033 w 1489775"/>
              <a:gd name="connsiteY21" fmla="*/ 1390678 h 3923699"/>
              <a:gd name="connsiteX22" fmla="*/ 288033 w 1489775"/>
              <a:gd name="connsiteY22" fmla="*/ 2063902 h 3923699"/>
              <a:gd name="connsiteX23" fmla="*/ 144017 w 1489775"/>
              <a:gd name="connsiteY23" fmla="*/ 2207918 h 3923699"/>
              <a:gd name="connsiteX24" fmla="*/ 1 w 1489775"/>
              <a:gd name="connsiteY24" fmla="*/ 2063902 h 3923699"/>
              <a:gd name="connsiteX25" fmla="*/ 1 w 1489775"/>
              <a:gd name="connsiteY25" fmla="*/ 1390678 h 3923699"/>
              <a:gd name="connsiteX26" fmla="*/ 0 w 1489775"/>
              <a:gd name="connsiteY26" fmla="*/ 1390678 h 3923699"/>
              <a:gd name="connsiteX27" fmla="*/ 0 w 1489775"/>
              <a:gd name="connsiteY27" fmla="*/ 1030958 h 3923699"/>
              <a:gd name="connsiteX28" fmla="*/ 280204 w 1489775"/>
              <a:gd name="connsiteY28" fmla="*/ 750754 h 3923699"/>
              <a:gd name="connsiteX29" fmla="*/ 744888 w 1489775"/>
              <a:gd name="connsiteY29" fmla="*/ 0 h 3923699"/>
              <a:gd name="connsiteX30" fmla="*/ 1082199 w 1489775"/>
              <a:gd name="connsiteY30" fmla="*/ 337311 h 3923699"/>
              <a:gd name="connsiteX31" fmla="*/ 744888 w 1489775"/>
              <a:gd name="connsiteY31" fmla="*/ 674622 h 3923699"/>
              <a:gd name="connsiteX32" fmla="*/ 407577 w 1489775"/>
              <a:gd name="connsiteY32" fmla="*/ 337311 h 3923699"/>
              <a:gd name="connsiteX33" fmla="*/ 744888 w 1489775"/>
              <a:gd name="connsiteY33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23854 w 1489775"/>
              <a:gd name="connsiteY18" fmla="*/ 2238914 h 3923699"/>
              <a:gd name="connsiteX19" fmla="*/ 330887 w 1489775"/>
              <a:gd name="connsiteY19" fmla="*/ 1390678 h 3923699"/>
              <a:gd name="connsiteX20" fmla="*/ 288033 w 1489775"/>
              <a:gd name="connsiteY20" fmla="*/ 1390678 h 3923699"/>
              <a:gd name="connsiteX21" fmla="*/ 288033 w 1489775"/>
              <a:gd name="connsiteY21" fmla="*/ 2063902 h 3923699"/>
              <a:gd name="connsiteX22" fmla="*/ 144017 w 1489775"/>
              <a:gd name="connsiteY22" fmla="*/ 2207918 h 3923699"/>
              <a:gd name="connsiteX23" fmla="*/ 1 w 1489775"/>
              <a:gd name="connsiteY23" fmla="*/ 2063902 h 3923699"/>
              <a:gd name="connsiteX24" fmla="*/ 1 w 1489775"/>
              <a:gd name="connsiteY24" fmla="*/ 1390678 h 3923699"/>
              <a:gd name="connsiteX25" fmla="*/ 0 w 1489775"/>
              <a:gd name="connsiteY25" fmla="*/ 1390678 h 3923699"/>
              <a:gd name="connsiteX26" fmla="*/ 0 w 1489775"/>
              <a:gd name="connsiteY26" fmla="*/ 1030958 h 3923699"/>
              <a:gd name="connsiteX27" fmla="*/ 280204 w 1489775"/>
              <a:gd name="connsiteY27" fmla="*/ 750754 h 3923699"/>
              <a:gd name="connsiteX28" fmla="*/ 744888 w 1489775"/>
              <a:gd name="connsiteY28" fmla="*/ 0 h 3923699"/>
              <a:gd name="connsiteX29" fmla="*/ 1082199 w 1489775"/>
              <a:gd name="connsiteY29" fmla="*/ 337311 h 3923699"/>
              <a:gd name="connsiteX30" fmla="*/ 744888 w 1489775"/>
              <a:gd name="connsiteY30" fmla="*/ 674622 h 3923699"/>
              <a:gd name="connsiteX31" fmla="*/ 407577 w 1489775"/>
              <a:gd name="connsiteY31" fmla="*/ 337311 h 3923699"/>
              <a:gd name="connsiteX32" fmla="*/ 744888 w 1489775"/>
              <a:gd name="connsiteY32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30887 w 1489775"/>
              <a:gd name="connsiteY18" fmla="*/ 1390678 h 3923699"/>
              <a:gd name="connsiteX19" fmla="*/ 288033 w 1489775"/>
              <a:gd name="connsiteY19" fmla="*/ 1390678 h 3923699"/>
              <a:gd name="connsiteX20" fmla="*/ 288033 w 1489775"/>
              <a:gd name="connsiteY20" fmla="*/ 2063902 h 3923699"/>
              <a:gd name="connsiteX21" fmla="*/ 144017 w 1489775"/>
              <a:gd name="connsiteY21" fmla="*/ 2207918 h 3923699"/>
              <a:gd name="connsiteX22" fmla="*/ 1 w 1489775"/>
              <a:gd name="connsiteY22" fmla="*/ 2063902 h 3923699"/>
              <a:gd name="connsiteX23" fmla="*/ 1 w 1489775"/>
              <a:gd name="connsiteY23" fmla="*/ 1390678 h 3923699"/>
              <a:gd name="connsiteX24" fmla="*/ 0 w 1489775"/>
              <a:gd name="connsiteY24" fmla="*/ 1390678 h 3923699"/>
              <a:gd name="connsiteX25" fmla="*/ 0 w 1489775"/>
              <a:gd name="connsiteY25" fmla="*/ 1030958 h 3923699"/>
              <a:gd name="connsiteX26" fmla="*/ 280204 w 1489775"/>
              <a:gd name="connsiteY26" fmla="*/ 750754 h 3923699"/>
              <a:gd name="connsiteX27" fmla="*/ 744888 w 1489775"/>
              <a:gd name="connsiteY27" fmla="*/ 0 h 3923699"/>
              <a:gd name="connsiteX28" fmla="*/ 1082199 w 1489775"/>
              <a:gd name="connsiteY28" fmla="*/ 337311 h 3923699"/>
              <a:gd name="connsiteX29" fmla="*/ 744888 w 1489775"/>
              <a:gd name="connsiteY29" fmla="*/ 674622 h 3923699"/>
              <a:gd name="connsiteX30" fmla="*/ 407577 w 1489775"/>
              <a:gd name="connsiteY30" fmla="*/ 337311 h 3923699"/>
              <a:gd name="connsiteX31" fmla="*/ 744888 w 1489775"/>
              <a:gd name="connsiteY31" fmla="*/ 0 h 392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489775" h="3923699">
                <a:moveTo>
                  <a:pt x="280204" y="750754"/>
                </a:moveTo>
                <a:lnTo>
                  <a:pt x="1209570" y="750754"/>
                </a:lnTo>
                <a:cubicBezTo>
                  <a:pt x="1364322" y="750754"/>
                  <a:pt x="1489774" y="876206"/>
                  <a:pt x="1489774" y="1030958"/>
                </a:cubicBezTo>
                <a:lnTo>
                  <a:pt x="1489774" y="1293518"/>
                </a:lnTo>
                <a:lnTo>
                  <a:pt x="1489775" y="1293518"/>
                </a:lnTo>
                <a:lnTo>
                  <a:pt x="1489775" y="2063902"/>
                </a:lnTo>
                <a:cubicBezTo>
                  <a:pt x="1489775" y="2143440"/>
                  <a:pt x="1425297" y="2207918"/>
                  <a:pt x="1345759" y="2207918"/>
                </a:cubicBezTo>
                <a:cubicBezTo>
                  <a:pt x="1266221" y="2207918"/>
                  <a:pt x="1201743" y="2143440"/>
                  <a:pt x="1201743" y="2063902"/>
                </a:cubicBezTo>
                <a:lnTo>
                  <a:pt x="1201743" y="1390678"/>
                </a:lnTo>
                <a:lnTo>
                  <a:pt x="1158887" y="1390678"/>
                </a:lnTo>
                <a:cubicBezTo>
                  <a:pt x="1156542" y="2175018"/>
                  <a:pt x="1154198" y="2959359"/>
                  <a:pt x="1151853" y="3743699"/>
                </a:cubicBezTo>
                <a:cubicBezTo>
                  <a:pt x="1151853" y="3843110"/>
                  <a:pt x="1071264" y="3923699"/>
                  <a:pt x="971853" y="3923699"/>
                </a:cubicBezTo>
                <a:cubicBezTo>
                  <a:pt x="872442" y="3923699"/>
                  <a:pt x="791853" y="3843110"/>
                  <a:pt x="791853" y="3743699"/>
                </a:cubicBezTo>
                <a:lnTo>
                  <a:pt x="791853" y="2305078"/>
                </a:lnTo>
                <a:lnTo>
                  <a:pt x="683854" y="2305078"/>
                </a:lnTo>
                <a:lnTo>
                  <a:pt x="683854" y="3743698"/>
                </a:lnTo>
                <a:cubicBezTo>
                  <a:pt x="683854" y="3843109"/>
                  <a:pt x="603265" y="3923698"/>
                  <a:pt x="503854" y="3923698"/>
                </a:cubicBezTo>
                <a:cubicBezTo>
                  <a:pt x="404443" y="3923698"/>
                  <a:pt x="323854" y="3843109"/>
                  <a:pt x="323854" y="3743698"/>
                </a:cubicBezTo>
                <a:cubicBezTo>
                  <a:pt x="326198" y="2959358"/>
                  <a:pt x="328543" y="2175018"/>
                  <a:pt x="330887" y="1390678"/>
                </a:cubicBezTo>
                <a:lnTo>
                  <a:pt x="288033" y="1390678"/>
                </a:lnTo>
                <a:lnTo>
                  <a:pt x="288033" y="2063902"/>
                </a:lnTo>
                <a:cubicBezTo>
                  <a:pt x="288033" y="2143440"/>
                  <a:pt x="223555" y="2207918"/>
                  <a:pt x="144017" y="2207918"/>
                </a:cubicBezTo>
                <a:cubicBezTo>
                  <a:pt x="64479" y="2207918"/>
                  <a:pt x="1" y="2143440"/>
                  <a:pt x="1" y="2063902"/>
                </a:cubicBezTo>
                <a:lnTo>
                  <a:pt x="1" y="1390678"/>
                </a:lnTo>
                <a:lnTo>
                  <a:pt x="0" y="1390678"/>
                </a:lnTo>
                <a:lnTo>
                  <a:pt x="0" y="1030958"/>
                </a:lnTo>
                <a:cubicBezTo>
                  <a:pt x="0" y="876206"/>
                  <a:pt x="125452" y="750754"/>
                  <a:pt x="280204" y="750754"/>
                </a:cubicBezTo>
                <a:close/>
                <a:moveTo>
                  <a:pt x="744888" y="0"/>
                </a:moveTo>
                <a:cubicBezTo>
                  <a:pt x="931180" y="0"/>
                  <a:pt x="1082199" y="151019"/>
                  <a:pt x="1082199" y="337311"/>
                </a:cubicBezTo>
                <a:cubicBezTo>
                  <a:pt x="1082199" y="523603"/>
                  <a:pt x="931180" y="674622"/>
                  <a:pt x="744888" y="674622"/>
                </a:cubicBezTo>
                <a:cubicBezTo>
                  <a:pt x="558596" y="674622"/>
                  <a:pt x="407577" y="523603"/>
                  <a:pt x="407577" y="337311"/>
                </a:cubicBezTo>
                <a:cubicBezTo>
                  <a:pt x="407577" y="151019"/>
                  <a:pt x="558596" y="0"/>
                  <a:pt x="744888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Round Same Side Corner Rectangle 20">
            <a:extLst>
              <a:ext uri="{FF2B5EF4-FFF2-40B4-BE49-F238E27FC236}">
                <a16:creationId xmlns:a16="http://schemas.microsoft.com/office/drawing/2014/main" id="{6A0F1161-E90A-47BF-8911-0A538B35F2CA}"/>
              </a:ext>
            </a:extLst>
          </p:cNvPr>
          <p:cNvSpPr/>
          <p:nvPr/>
        </p:nvSpPr>
        <p:spPr>
          <a:xfrm rot="10800000">
            <a:off x="6257484" y="343778"/>
            <a:ext cx="219879" cy="469046"/>
          </a:xfrm>
          <a:custGeom>
            <a:avLst/>
            <a:gdLst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521281 w 1856332"/>
              <a:gd name="connsiteY2" fmla="*/ 3174669 h 3959924"/>
              <a:gd name="connsiteX3" fmla="*/ 466697 w 1856332"/>
              <a:gd name="connsiteY3" fmla="*/ 3144149 h 3959924"/>
              <a:gd name="connsiteX4" fmla="*/ 8303 w 1856332"/>
              <a:gd name="connsiteY4" fmla="*/ 1942070 h 3959924"/>
              <a:gd name="connsiteX5" fmla="*/ 81139 w 1856332"/>
              <a:gd name="connsiteY5" fmla="*/ 1779444 h 3959924"/>
              <a:gd name="connsiteX6" fmla="*/ 243764 w 1856332"/>
              <a:gd name="connsiteY6" fmla="*/ 1852280 h 3959924"/>
              <a:gd name="connsiteX7" fmla="*/ 504770 w 1856332"/>
              <a:gd name="connsiteY7" fmla="*/ 2536736 h 3959924"/>
              <a:gd name="connsiteX8" fmla="*/ 555637 w 1856332"/>
              <a:gd name="connsiteY8" fmla="*/ 2536736 h 3959924"/>
              <a:gd name="connsiteX9" fmla="*/ 226299 w 1856332"/>
              <a:gd name="connsiteY9" fmla="*/ 1210417 h 3959924"/>
              <a:gd name="connsiteX10" fmla="*/ 551784 w 1856332"/>
              <a:gd name="connsiteY10" fmla="*/ 1210417 h 3959924"/>
              <a:gd name="connsiteX11" fmla="*/ 551784 w 1856332"/>
              <a:gd name="connsiteY11" fmla="*/ 168335 h 3959924"/>
              <a:gd name="connsiteX12" fmla="*/ 720119 w 1856332"/>
              <a:gd name="connsiteY12" fmla="*/ 0 h 3959924"/>
              <a:gd name="connsiteX13" fmla="*/ 888454 w 1856332"/>
              <a:gd name="connsiteY13" fmla="*/ 168335 h 3959924"/>
              <a:gd name="connsiteX14" fmla="*/ 888454 w 1856332"/>
              <a:gd name="connsiteY14" fmla="*/ 1210417 h 3959924"/>
              <a:gd name="connsiteX15" fmla="*/ 968040 w 1856332"/>
              <a:gd name="connsiteY15" fmla="*/ 1210417 h 3959924"/>
              <a:gd name="connsiteX16" fmla="*/ 968040 w 1856332"/>
              <a:gd name="connsiteY16" fmla="*/ 168335 h 3959924"/>
              <a:gd name="connsiteX17" fmla="*/ 1136375 w 1856332"/>
              <a:gd name="connsiteY17" fmla="*/ 0 h 3959924"/>
              <a:gd name="connsiteX18" fmla="*/ 1304710 w 1856332"/>
              <a:gd name="connsiteY18" fmla="*/ 168335 h 3959924"/>
              <a:gd name="connsiteX19" fmla="*/ 1304710 w 1856332"/>
              <a:gd name="connsiteY19" fmla="*/ 1210417 h 3959924"/>
              <a:gd name="connsiteX20" fmla="*/ 1631589 w 1856332"/>
              <a:gd name="connsiteY20" fmla="*/ 1210417 h 3959924"/>
              <a:gd name="connsiteX21" fmla="*/ 1302251 w 1856332"/>
              <a:gd name="connsiteY21" fmla="*/ 2536736 h 3959924"/>
              <a:gd name="connsiteX22" fmla="*/ 1351562 w 1856332"/>
              <a:gd name="connsiteY22" fmla="*/ 2536736 h 3959924"/>
              <a:gd name="connsiteX23" fmla="*/ 1612568 w 1856332"/>
              <a:gd name="connsiteY23" fmla="*/ 1852280 h 3959924"/>
              <a:gd name="connsiteX24" fmla="*/ 1775193 w 1856332"/>
              <a:gd name="connsiteY24" fmla="*/ 1779444 h 3959924"/>
              <a:gd name="connsiteX25" fmla="*/ 1848029 w 1856332"/>
              <a:gd name="connsiteY25" fmla="*/ 1942070 h 3959924"/>
              <a:gd name="connsiteX26" fmla="*/ 1389635 w 1856332"/>
              <a:gd name="connsiteY26" fmla="*/ 3144149 h 3959924"/>
              <a:gd name="connsiteX27" fmla="*/ 1344732 w 1856332"/>
              <a:gd name="connsiteY27" fmla="*/ 3176282 h 3959924"/>
              <a:gd name="connsiteX28" fmla="*/ 1228565 w 1856332"/>
              <a:gd name="connsiteY28" fmla="*/ 3214674 h 3959924"/>
              <a:gd name="connsiteX29" fmla="*/ 925623 w 1856332"/>
              <a:gd name="connsiteY29" fmla="*/ 3959924 h 3959924"/>
              <a:gd name="connsiteX30" fmla="*/ 601623 w 1856332"/>
              <a:gd name="connsiteY30" fmla="*/ 3635924 h 3959924"/>
              <a:gd name="connsiteX31" fmla="*/ 925623 w 1856332"/>
              <a:gd name="connsiteY31" fmla="*/ 3311924 h 3959924"/>
              <a:gd name="connsiteX32" fmla="*/ 1249623 w 1856332"/>
              <a:gd name="connsiteY32" fmla="*/ 3635924 h 3959924"/>
              <a:gd name="connsiteX33" fmla="*/ 925623 w 1856332"/>
              <a:gd name="connsiteY33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344732 w 1856332"/>
              <a:gd name="connsiteY26" fmla="*/ 3176282 h 3959924"/>
              <a:gd name="connsiteX27" fmla="*/ 1228565 w 1856332"/>
              <a:gd name="connsiteY27" fmla="*/ 3214674 h 3959924"/>
              <a:gd name="connsiteX28" fmla="*/ 925623 w 1856332"/>
              <a:gd name="connsiteY28" fmla="*/ 3959924 h 3959924"/>
              <a:gd name="connsiteX29" fmla="*/ 601623 w 1856332"/>
              <a:gd name="connsiteY29" fmla="*/ 3635924 h 3959924"/>
              <a:gd name="connsiteX30" fmla="*/ 925623 w 1856332"/>
              <a:gd name="connsiteY30" fmla="*/ 3311924 h 3959924"/>
              <a:gd name="connsiteX31" fmla="*/ 1249623 w 1856332"/>
              <a:gd name="connsiteY31" fmla="*/ 3635924 h 3959924"/>
              <a:gd name="connsiteX32" fmla="*/ 925623 w 1856332"/>
              <a:gd name="connsiteY32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344732 w 1856332"/>
              <a:gd name="connsiteY26" fmla="*/ 3176282 h 3959924"/>
              <a:gd name="connsiteX27" fmla="*/ 1228565 w 1856332"/>
              <a:gd name="connsiteY27" fmla="*/ 3214674 h 3959924"/>
              <a:gd name="connsiteX28" fmla="*/ 925623 w 1856332"/>
              <a:gd name="connsiteY28" fmla="*/ 3959924 h 3959924"/>
              <a:gd name="connsiteX29" fmla="*/ 601623 w 1856332"/>
              <a:gd name="connsiteY29" fmla="*/ 3635924 h 3959924"/>
              <a:gd name="connsiteX30" fmla="*/ 925623 w 1856332"/>
              <a:gd name="connsiteY30" fmla="*/ 3311924 h 3959924"/>
              <a:gd name="connsiteX31" fmla="*/ 1249623 w 1856332"/>
              <a:gd name="connsiteY31" fmla="*/ 3635924 h 3959924"/>
              <a:gd name="connsiteX32" fmla="*/ 925623 w 1856332"/>
              <a:gd name="connsiteY32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856332" h="3959924">
                <a:moveTo>
                  <a:pt x="1228565" y="3214674"/>
                </a:moveTo>
                <a:lnTo>
                  <a:pt x="622681" y="3214674"/>
                </a:lnTo>
                <a:cubicBezTo>
                  <a:pt x="495703" y="3202920"/>
                  <a:pt x="501057" y="3225622"/>
                  <a:pt x="466697" y="3144149"/>
                </a:cubicBezTo>
                <a:lnTo>
                  <a:pt x="8303" y="1942070"/>
                </a:lnTo>
                <a:cubicBezTo>
                  <a:pt x="-16491" y="1877049"/>
                  <a:pt x="16118" y="1804239"/>
                  <a:pt x="81139" y="1779444"/>
                </a:cubicBezTo>
                <a:cubicBezTo>
                  <a:pt x="146160" y="1754650"/>
                  <a:pt x="218970" y="1787259"/>
                  <a:pt x="243764" y="1852280"/>
                </a:cubicBezTo>
                <a:lnTo>
                  <a:pt x="504770" y="2536736"/>
                </a:lnTo>
                <a:lnTo>
                  <a:pt x="555637" y="2536736"/>
                </a:lnTo>
                <a:lnTo>
                  <a:pt x="226299" y="1210417"/>
                </a:lnTo>
                <a:lnTo>
                  <a:pt x="551784" y="1210417"/>
                </a:lnTo>
                <a:lnTo>
                  <a:pt x="551784" y="168335"/>
                </a:lnTo>
                <a:cubicBezTo>
                  <a:pt x="551784" y="75366"/>
                  <a:pt x="627150" y="0"/>
                  <a:pt x="720119" y="0"/>
                </a:cubicBezTo>
                <a:cubicBezTo>
                  <a:pt x="813088" y="0"/>
                  <a:pt x="888454" y="75366"/>
                  <a:pt x="888454" y="168335"/>
                </a:cubicBezTo>
                <a:lnTo>
                  <a:pt x="888454" y="1210417"/>
                </a:lnTo>
                <a:lnTo>
                  <a:pt x="968040" y="1210417"/>
                </a:lnTo>
                <a:lnTo>
                  <a:pt x="968040" y="168335"/>
                </a:lnTo>
                <a:cubicBezTo>
                  <a:pt x="968040" y="75366"/>
                  <a:pt x="1043406" y="0"/>
                  <a:pt x="1136375" y="0"/>
                </a:cubicBezTo>
                <a:cubicBezTo>
                  <a:pt x="1229344" y="0"/>
                  <a:pt x="1304710" y="75366"/>
                  <a:pt x="1304710" y="168335"/>
                </a:cubicBezTo>
                <a:lnTo>
                  <a:pt x="1304710" y="1210417"/>
                </a:lnTo>
                <a:lnTo>
                  <a:pt x="1631589" y="1210417"/>
                </a:lnTo>
                <a:lnTo>
                  <a:pt x="1302251" y="2536736"/>
                </a:lnTo>
                <a:lnTo>
                  <a:pt x="1351562" y="2536736"/>
                </a:lnTo>
                <a:lnTo>
                  <a:pt x="1612568" y="1852280"/>
                </a:lnTo>
                <a:cubicBezTo>
                  <a:pt x="1637362" y="1787259"/>
                  <a:pt x="1710172" y="1754650"/>
                  <a:pt x="1775193" y="1779444"/>
                </a:cubicBezTo>
                <a:cubicBezTo>
                  <a:pt x="1840214" y="1804239"/>
                  <a:pt x="1872823" y="1877049"/>
                  <a:pt x="1848029" y="1942070"/>
                </a:cubicBezTo>
                <a:lnTo>
                  <a:pt x="1389635" y="3144149"/>
                </a:lnTo>
                <a:cubicBezTo>
                  <a:pt x="1348984" y="3225622"/>
                  <a:pt x="1356391" y="3202920"/>
                  <a:pt x="1228565" y="3214674"/>
                </a:cubicBezTo>
                <a:close/>
                <a:moveTo>
                  <a:pt x="925623" y="3959924"/>
                </a:moveTo>
                <a:cubicBezTo>
                  <a:pt x="746683" y="3959924"/>
                  <a:pt x="601623" y="3814864"/>
                  <a:pt x="601623" y="3635924"/>
                </a:cubicBezTo>
                <a:cubicBezTo>
                  <a:pt x="601623" y="3456984"/>
                  <a:pt x="746683" y="3311924"/>
                  <a:pt x="925623" y="3311924"/>
                </a:cubicBezTo>
                <a:cubicBezTo>
                  <a:pt x="1104563" y="3311924"/>
                  <a:pt x="1249623" y="3456984"/>
                  <a:pt x="1249623" y="3635924"/>
                </a:cubicBezTo>
                <a:cubicBezTo>
                  <a:pt x="1249623" y="3814864"/>
                  <a:pt x="1104563" y="3959924"/>
                  <a:pt x="925623" y="3959924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Donut 87">
            <a:extLst>
              <a:ext uri="{FF2B5EF4-FFF2-40B4-BE49-F238E27FC236}">
                <a16:creationId xmlns:a16="http://schemas.microsoft.com/office/drawing/2014/main" id="{18C18636-A521-4031-9A11-1873EF9A37C6}"/>
              </a:ext>
            </a:extLst>
          </p:cNvPr>
          <p:cNvSpPr/>
          <p:nvPr/>
        </p:nvSpPr>
        <p:spPr>
          <a:xfrm>
            <a:off x="6713200" y="408874"/>
            <a:ext cx="356471" cy="366339"/>
          </a:xfrm>
          <a:custGeom>
            <a:avLst/>
            <a:gdLst/>
            <a:ahLst/>
            <a:cxnLst/>
            <a:rect l="l" t="t" r="r" b="b"/>
            <a:pathLst>
              <a:path w="356471" h="366339">
                <a:moveTo>
                  <a:pt x="144025" y="123680"/>
                </a:moveTo>
                <a:cubicBezTo>
                  <a:pt x="89551" y="123680"/>
                  <a:pt x="45391" y="167840"/>
                  <a:pt x="45391" y="222314"/>
                </a:cubicBezTo>
                <a:cubicBezTo>
                  <a:pt x="45391" y="276788"/>
                  <a:pt x="89551" y="320948"/>
                  <a:pt x="144025" y="320948"/>
                </a:cubicBezTo>
                <a:cubicBezTo>
                  <a:pt x="198499" y="320948"/>
                  <a:pt x="242659" y="276788"/>
                  <a:pt x="242659" y="222314"/>
                </a:cubicBezTo>
                <a:cubicBezTo>
                  <a:pt x="242659" y="167840"/>
                  <a:pt x="198499" y="123680"/>
                  <a:pt x="144025" y="123680"/>
                </a:cubicBezTo>
                <a:close/>
                <a:moveTo>
                  <a:pt x="354808" y="0"/>
                </a:moveTo>
                <a:lnTo>
                  <a:pt x="356471" y="85288"/>
                </a:lnTo>
                <a:lnTo>
                  <a:pt x="334733" y="64382"/>
                </a:lnTo>
                <a:lnTo>
                  <a:pt x="260258" y="141819"/>
                </a:lnTo>
                <a:cubicBezTo>
                  <a:pt x="278587" y="163579"/>
                  <a:pt x="288050" y="191841"/>
                  <a:pt x="288050" y="222314"/>
                </a:cubicBezTo>
                <a:cubicBezTo>
                  <a:pt x="288050" y="301857"/>
                  <a:pt x="223568" y="366339"/>
                  <a:pt x="144025" y="366339"/>
                </a:cubicBezTo>
                <a:cubicBezTo>
                  <a:pt x="64482" y="366339"/>
                  <a:pt x="0" y="301857"/>
                  <a:pt x="0" y="222314"/>
                </a:cubicBezTo>
                <a:cubicBezTo>
                  <a:pt x="0" y="142771"/>
                  <a:pt x="64482" y="78289"/>
                  <a:pt x="144025" y="78289"/>
                </a:cubicBezTo>
                <a:cubicBezTo>
                  <a:pt x="170876" y="78289"/>
                  <a:pt x="196011" y="85637"/>
                  <a:pt x="216282" y="100527"/>
                </a:cubicBezTo>
                <a:lnTo>
                  <a:pt x="291257" y="22569"/>
                </a:lnTo>
                <a:lnTo>
                  <a:pt x="269519" y="1663"/>
                </a:ln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4" name="Donut 90">
            <a:extLst>
              <a:ext uri="{FF2B5EF4-FFF2-40B4-BE49-F238E27FC236}">
                <a16:creationId xmlns:a16="http://schemas.microsoft.com/office/drawing/2014/main" id="{5897A354-53AD-47B3-8321-E45473231B63}"/>
              </a:ext>
            </a:extLst>
          </p:cNvPr>
          <p:cNvSpPr/>
          <p:nvPr/>
        </p:nvSpPr>
        <p:spPr>
          <a:xfrm>
            <a:off x="7328671" y="382145"/>
            <a:ext cx="373598" cy="381817"/>
          </a:xfrm>
          <a:custGeom>
            <a:avLst/>
            <a:gdLst/>
            <a:ahLst/>
            <a:cxnLst/>
            <a:rect l="l" t="t" r="r" b="b"/>
            <a:pathLst>
              <a:path w="373598" h="381817">
                <a:moveTo>
                  <a:pt x="229573" y="45391"/>
                </a:moveTo>
                <a:cubicBezTo>
                  <a:pt x="175099" y="45391"/>
                  <a:pt x="130939" y="89551"/>
                  <a:pt x="130939" y="144025"/>
                </a:cubicBezTo>
                <a:cubicBezTo>
                  <a:pt x="130939" y="198499"/>
                  <a:pt x="175099" y="242659"/>
                  <a:pt x="229573" y="242659"/>
                </a:cubicBezTo>
                <a:cubicBezTo>
                  <a:pt x="284047" y="242659"/>
                  <a:pt x="328207" y="198499"/>
                  <a:pt x="328207" y="144025"/>
                </a:cubicBezTo>
                <a:cubicBezTo>
                  <a:pt x="328207" y="89551"/>
                  <a:pt x="284047" y="45391"/>
                  <a:pt x="229573" y="45391"/>
                </a:cubicBezTo>
                <a:close/>
                <a:moveTo>
                  <a:pt x="229573" y="0"/>
                </a:moveTo>
                <a:cubicBezTo>
                  <a:pt x="309116" y="0"/>
                  <a:pt x="373598" y="64482"/>
                  <a:pt x="373598" y="144025"/>
                </a:cubicBezTo>
                <a:cubicBezTo>
                  <a:pt x="373598" y="223568"/>
                  <a:pt x="309116" y="288050"/>
                  <a:pt x="229573" y="288050"/>
                </a:cubicBezTo>
                <a:cubicBezTo>
                  <a:pt x="202172" y="288050"/>
                  <a:pt x="176558" y="280398"/>
                  <a:pt x="156060" y="264966"/>
                </a:cubicBezTo>
                <a:lnTo>
                  <a:pt x="128993" y="292033"/>
                </a:lnTo>
                <a:lnTo>
                  <a:pt x="160228" y="323268"/>
                </a:lnTo>
                <a:cubicBezTo>
                  <a:pt x="171055" y="334095"/>
                  <a:pt x="171055" y="351650"/>
                  <a:pt x="160228" y="362477"/>
                </a:cubicBezTo>
                <a:cubicBezTo>
                  <a:pt x="149401" y="373304"/>
                  <a:pt x="131846" y="373304"/>
                  <a:pt x="121019" y="362477"/>
                </a:cubicBezTo>
                <a:lnTo>
                  <a:pt x="89784" y="331242"/>
                </a:lnTo>
                <a:lnTo>
                  <a:pt x="39209" y="381817"/>
                </a:lnTo>
                <a:cubicBezTo>
                  <a:pt x="28381" y="392644"/>
                  <a:pt x="10827" y="392644"/>
                  <a:pt x="0" y="381817"/>
                </a:cubicBezTo>
                <a:cubicBezTo>
                  <a:pt x="-10828" y="370989"/>
                  <a:pt x="-10828" y="353435"/>
                  <a:pt x="0" y="342608"/>
                </a:cubicBezTo>
                <a:lnTo>
                  <a:pt x="50575" y="292033"/>
                </a:lnTo>
                <a:lnTo>
                  <a:pt x="16166" y="257624"/>
                </a:lnTo>
                <a:cubicBezTo>
                  <a:pt x="5339" y="246797"/>
                  <a:pt x="5339" y="229242"/>
                  <a:pt x="16166" y="218415"/>
                </a:cubicBezTo>
                <a:cubicBezTo>
                  <a:pt x="26993" y="207588"/>
                  <a:pt x="44548" y="207588"/>
                  <a:pt x="55375" y="218415"/>
                </a:cubicBezTo>
                <a:lnTo>
                  <a:pt x="89784" y="252824"/>
                </a:lnTo>
                <a:lnTo>
                  <a:pt x="115252" y="227356"/>
                </a:lnTo>
                <a:cubicBezTo>
                  <a:pt x="95803" y="205073"/>
                  <a:pt x="85548" y="175747"/>
                  <a:pt x="85548" y="144025"/>
                </a:cubicBezTo>
                <a:cubicBezTo>
                  <a:pt x="85548" y="64482"/>
                  <a:pt x="150030" y="0"/>
                  <a:pt x="229573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5" name="Oval 6">
            <a:extLst>
              <a:ext uri="{FF2B5EF4-FFF2-40B4-BE49-F238E27FC236}">
                <a16:creationId xmlns:a16="http://schemas.microsoft.com/office/drawing/2014/main" id="{EFA8C0C3-55E9-41E8-94F7-9526F367450B}"/>
              </a:ext>
            </a:extLst>
          </p:cNvPr>
          <p:cNvSpPr/>
          <p:nvPr/>
        </p:nvSpPr>
        <p:spPr>
          <a:xfrm>
            <a:off x="8025453" y="1156447"/>
            <a:ext cx="356681" cy="352945"/>
          </a:xfrm>
          <a:custGeom>
            <a:avLst/>
            <a:gdLst/>
            <a:ahLst/>
            <a:cxnLst/>
            <a:rect l="l" t="t" r="r" b="b"/>
            <a:pathLst>
              <a:path w="3220460" h="3186731">
                <a:moveTo>
                  <a:pt x="1762834" y="1282034"/>
                </a:moveTo>
                <a:lnTo>
                  <a:pt x="273698" y="2771171"/>
                </a:lnTo>
                <a:cubicBezTo>
                  <a:pt x="253145" y="2791724"/>
                  <a:pt x="253145" y="2825048"/>
                  <a:pt x="273698" y="2845601"/>
                </a:cubicBezTo>
                <a:cubicBezTo>
                  <a:pt x="294251" y="2866154"/>
                  <a:pt x="327575" y="2866154"/>
                  <a:pt x="348128" y="2845601"/>
                </a:cubicBezTo>
                <a:lnTo>
                  <a:pt x="1830131" y="1363598"/>
                </a:lnTo>
                <a:close/>
                <a:moveTo>
                  <a:pt x="2703218" y="237332"/>
                </a:moveTo>
                <a:cubicBezTo>
                  <a:pt x="2623680" y="237332"/>
                  <a:pt x="2559202" y="301810"/>
                  <a:pt x="2559202" y="381348"/>
                </a:cubicBezTo>
                <a:cubicBezTo>
                  <a:pt x="2559202" y="460886"/>
                  <a:pt x="2623680" y="525364"/>
                  <a:pt x="2703218" y="525364"/>
                </a:cubicBezTo>
                <a:cubicBezTo>
                  <a:pt x="2782756" y="525364"/>
                  <a:pt x="2847234" y="460886"/>
                  <a:pt x="2847234" y="381348"/>
                </a:cubicBezTo>
                <a:cubicBezTo>
                  <a:pt x="2847234" y="301810"/>
                  <a:pt x="2782756" y="237332"/>
                  <a:pt x="2703218" y="237332"/>
                </a:cubicBezTo>
                <a:close/>
                <a:moveTo>
                  <a:pt x="2413103" y="0"/>
                </a:moveTo>
                <a:cubicBezTo>
                  <a:pt x="2858994" y="0"/>
                  <a:pt x="3220460" y="361466"/>
                  <a:pt x="3220460" y="807357"/>
                </a:cubicBezTo>
                <a:cubicBezTo>
                  <a:pt x="3220460" y="1253248"/>
                  <a:pt x="2858994" y="1614714"/>
                  <a:pt x="2413103" y="1614714"/>
                </a:cubicBezTo>
                <a:cubicBezTo>
                  <a:pt x="2305542" y="1614714"/>
                  <a:pt x="2202893" y="1593680"/>
                  <a:pt x="2109223" y="1555067"/>
                </a:cubicBezTo>
                <a:lnTo>
                  <a:pt x="2191945" y="1637789"/>
                </a:lnTo>
                <a:cubicBezTo>
                  <a:pt x="2226856" y="1672699"/>
                  <a:pt x="2226855" y="1729300"/>
                  <a:pt x="2191945" y="1764210"/>
                </a:cubicBezTo>
                <a:lnTo>
                  <a:pt x="2045068" y="1911087"/>
                </a:lnTo>
                <a:cubicBezTo>
                  <a:pt x="2010158" y="1945998"/>
                  <a:pt x="1953557" y="1945998"/>
                  <a:pt x="1918647" y="1911087"/>
                </a:cubicBezTo>
                <a:lnTo>
                  <a:pt x="1799123" y="1791564"/>
                </a:lnTo>
                <a:lnTo>
                  <a:pt x="1749496" y="1841190"/>
                </a:lnTo>
                <a:lnTo>
                  <a:pt x="1832980" y="1924673"/>
                </a:lnTo>
                <a:lnTo>
                  <a:pt x="1761893" y="1995760"/>
                </a:lnTo>
                <a:lnTo>
                  <a:pt x="1678410" y="1912277"/>
                </a:lnTo>
                <a:lnTo>
                  <a:pt x="1650246" y="1940441"/>
                </a:lnTo>
                <a:lnTo>
                  <a:pt x="1735612" y="2025807"/>
                </a:lnTo>
                <a:lnTo>
                  <a:pt x="1573330" y="2188089"/>
                </a:lnTo>
                <a:lnTo>
                  <a:pt x="1487964" y="2102723"/>
                </a:lnTo>
                <a:lnTo>
                  <a:pt x="1451742" y="2138944"/>
                </a:lnTo>
                <a:lnTo>
                  <a:pt x="1537109" y="2224311"/>
                </a:lnTo>
                <a:lnTo>
                  <a:pt x="1374830" y="2386590"/>
                </a:lnTo>
                <a:lnTo>
                  <a:pt x="1289463" y="2301223"/>
                </a:lnTo>
                <a:lnTo>
                  <a:pt x="1225079" y="2365608"/>
                </a:lnTo>
                <a:lnTo>
                  <a:pt x="1310445" y="2450974"/>
                </a:lnTo>
                <a:lnTo>
                  <a:pt x="1239358" y="2522061"/>
                </a:lnTo>
                <a:lnTo>
                  <a:pt x="1153992" y="2436695"/>
                </a:lnTo>
                <a:lnTo>
                  <a:pt x="1104364" y="2486322"/>
                </a:lnTo>
                <a:lnTo>
                  <a:pt x="1189730" y="2571689"/>
                </a:lnTo>
                <a:lnTo>
                  <a:pt x="1034153" y="2727266"/>
                </a:lnTo>
                <a:lnTo>
                  <a:pt x="948787" y="2641900"/>
                </a:lnTo>
                <a:lnTo>
                  <a:pt x="905863" y="2684824"/>
                </a:lnTo>
                <a:lnTo>
                  <a:pt x="991230" y="2770191"/>
                </a:lnTo>
                <a:lnTo>
                  <a:pt x="842353" y="2919067"/>
                </a:lnTo>
                <a:lnTo>
                  <a:pt x="756986" y="2833700"/>
                </a:lnTo>
                <a:lnTo>
                  <a:pt x="692119" y="2898567"/>
                </a:lnTo>
                <a:lnTo>
                  <a:pt x="777486" y="2983934"/>
                </a:lnTo>
                <a:lnTo>
                  <a:pt x="628610" y="3132811"/>
                </a:lnTo>
                <a:lnTo>
                  <a:pt x="618557" y="3122757"/>
                </a:lnTo>
                <a:lnTo>
                  <a:pt x="622830" y="3134825"/>
                </a:lnTo>
                <a:lnTo>
                  <a:pt x="346551" y="3150831"/>
                </a:lnTo>
                <a:lnTo>
                  <a:pt x="0" y="3186731"/>
                </a:lnTo>
                <a:lnTo>
                  <a:pt x="51749" y="2750557"/>
                </a:lnTo>
                <a:lnTo>
                  <a:pt x="48979" y="2747788"/>
                </a:lnTo>
                <a:lnTo>
                  <a:pt x="52495" y="2744272"/>
                </a:lnTo>
                <a:lnTo>
                  <a:pt x="52938" y="2740533"/>
                </a:lnTo>
                <a:lnTo>
                  <a:pt x="54575" y="2742192"/>
                </a:lnTo>
                <a:lnTo>
                  <a:pt x="1671288" y="1125479"/>
                </a:lnTo>
                <a:cubicBezTo>
                  <a:pt x="1628971" y="1027979"/>
                  <a:pt x="1605746" y="920380"/>
                  <a:pt x="1605746" y="807357"/>
                </a:cubicBezTo>
                <a:cubicBezTo>
                  <a:pt x="1605746" y="361466"/>
                  <a:pt x="1967212" y="0"/>
                  <a:pt x="2413103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Block Arc 25">
            <a:extLst>
              <a:ext uri="{FF2B5EF4-FFF2-40B4-BE49-F238E27FC236}">
                <a16:creationId xmlns:a16="http://schemas.microsoft.com/office/drawing/2014/main" id="{A868A0AC-BDA5-4A5B-830B-1D8EC797667F}"/>
              </a:ext>
            </a:extLst>
          </p:cNvPr>
          <p:cNvSpPr/>
          <p:nvPr/>
        </p:nvSpPr>
        <p:spPr>
          <a:xfrm>
            <a:off x="6284801" y="1155659"/>
            <a:ext cx="245394" cy="354521"/>
          </a:xfrm>
          <a:custGeom>
            <a:avLst/>
            <a:gdLst/>
            <a:ahLst/>
            <a:cxn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7" name="Block Arc 31">
            <a:extLst>
              <a:ext uri="{FF2B5EF4-FFF2-40B4-BE49-F238E27FC236}">
                <a16:creationId xmlns:a16="http://schemas.microsoft.com/office/drawing/2014/main" id="{817D18EE-F0FF-45DE-B729-B6D84DD6F746}"/>
              </a:ext>
            </a:extLst>
          </p:cNvPr>
          <p:cNvSpPr/>
          <p:nvPr/>
        </p:nvSpPr>
        <p:spPr>
          <a:xfrm>
            <a:off x="8622516" y="1155659"/>
            <a:ext cx="320167" cy="354521"/>
          </a:xfrm>
          <a:custGeom>
            <a:avLst/>
            <a:gdLst/>
            <a:ahLst/>
            <a:cxnLst/>
            <a:rect l="l" t="t" r="r" b="b"/>
            <a:pathLst>
              <a:path w="2890784" h="3200962">
                <a:moveTo>
                  <a:pt x="1107828" y="2097026"/>
                </a:moveTo>
                <a:cubicBezTo>
                  <a:pt x="1025313" y="2097026"/>
                  <a:pt x="958422" y="2163918"/>
                  <a:pt x="958422" y="2246432"/>
                </a:cubicBezTo>
                <a:cubicBezTo>
                  <a:pt x="958422" y="2302715"/>
                  <a:pt x="989545" y="2351730"/>
                  <a:pt x="1036589" y="2375275"/>
                </a:cubicBezTo>
                <a:lnTo>
                  <a:pt x="985421" y="2684898"/>
                </a:lnTo>
                <a:lnTo>
                  <a:pt x="1230235" y="2684898"/>
                </a:lnTo>
                <a:lnTo>
                  <a:pt x="1179067" y="2375275"/>
                </a:lnTo>
                <a:cubicBezTo>
                  <a:pt x="1226111" y="2351730"/>
                  <a:pt x="1257233" y="2302715"/>
                  <a:pt x="1257233" y="2246432"/>
                </a:cubicBezTo>
                <a:cubicBezTo>
                  <a:pt x="1257233" y="2163918"/>
                  <a:pt x="1190342" y="2097026"/>
                  <a:pt x="1107828" y="2097026"/>
                </a:cubicBezTo>
                <a:close/>
                <a:moveTo>
                  <a:pt x="2199259" y="56"/>
                </a:moveTo>
                <a:cubicBezTo>
                  <a:pt x="2572924" y="-4720"/>
                  <a:pt x="2881009" y="291773"/>
                  <a:pt x="2890561" y="665346"/>
                </a:cubicBezTo>
                <a:lnTo>
                  <a:pt x="2843000" y="666562"/>
                </a:lnTo>
                <a:lnTo>
                  <a:pt x="2890784" y="666562"/>
                </a:lnTo>
                <a:lnTo>
                  <a:pt x="2890784" y="1580962"/>
                </a:lnTo>
                <a:lnTo>
                  <a:pt x="2625345" y="1580962"/>
                </a:lnTo>
                <a:lnTo>
                  <a:pt x="2625345" y="672127"/>
                </a:lnTo>
                <a:lnTo>
                  <a:pt x="2623811" y="672166"/>
                </a:lnTo>
                <a:cubicBezTo>
                  <a:pt x="2617992" y="444585"/>
                  <a:pt x="2430306" y="263961"/>
                  <a:pt x="2202670" y="266871"/>
                </a:cubicBezTo>
                <a:cubicBezTo>
                  <a:pt x="1975033" y="269781"/>
                  <a:pt x="1792025" y="455143"/>
                  <a:pt x="1792025" y="682798"/>
                </a:cubicBezTo>
                <a:lnTo>
                  <a:pt x="1790626" y="682798"/>
                </a:lnTo>
                <a:lnTo>
                  <a:pt x="1790626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1525187" y="1580962"/>
                </a:lnTo>
                <a:lnTo>
                  <a:pt x="1525187" y="676764"/>
                </a:lnTo>
                <a:lnTo>
                  <a:pt x="1525791" y="676764"/>
                </a:lnTo>
                <a:cubicBezTo>
                  <a:pt x="1528430" y="305830"/>
                  <a:pt x="1827609" y="4806"/>
                  <a:pt x="2199259" y="56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8" name="Freeform 53">
            <a:extLst>
              <a:ext uri="{FF2B5EF4-FFF2-40B4-BE49-F238E27FC236}">
                <a16:creationId xmlns:a16="http://schemas.microsoft.com/office/drawing/2014/main" id="{FADE4736-319C-4E00-86FF-533FBC8405CD}"/>
              </a:ext>
            </a:extLst>
          </p:cNvPr>
          <p:cNvSpPr/>
          <p:nvPr/>
        </p:nvSpPr>
        <p:spPr>
          <a:xfrm>
            <a:off x="9830226" y="1153052"/>
            <a:ext cx="350856" cy="359735"/>
          </a:xfrm>
          <a:custGeom>
            <a:avLst/>
            <a:gdLst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38125 w 2305050"/>
              <a:gd name="connsiteY16" fmla="*/ 217170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60071 w 2305050"/>
              <a:gd name="connsiteY16" fmla="*/ 2087575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6647 w 2305050"/>
              <a:gd name="connsiteY16" fmla="*/ 209489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81480 w 2305050"/>
              <a:gd name="connsiteY2" fmla="*/ 476174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04671 w 2305050"/>
              <a:gd name="connsiteY2" fmla="*/ 468859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70609 w 2305050"/>
              <a:gd name="connsiteY3" fmla="*/ 649910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82725 w 2305050"/>
              <a:gd name="connsiteY2" fmla="*/ 494463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294077"/>
              <a:gd name="connsiteY0" fmla="*/ 0 h 2363647"/>
              <a:gd name="connsiteX1" fmla="*/ 760552 w 2294077"/>
              <a:gd name="connsiteY1" fmla="*/ 572947 h 2363647"/>
              <a:gd name="connsiteX2" fmla="*/ 2030273 w 2294077"/>
              <a:gd name="connsiteY2" fmla="*/ 509092 h 2363647"/>
              <a:gd name="connsiteX3" fmla="*/ 2285239 w 2294077"/>
              <a:gd name="connsiteY3" fmla="*/ 657224 h 2363647"/>
              <a:gd name="connsiteX4" fmla="*/ 1132027 w 2294077"/>
              <a:gd name="connsiteY4" fmla="*/ 1020622 h 2363647"/>
              <a:gd name="connsiteX5" fmla="*/ 1617802 w 2294077"/>
              <a:gd name="connsiteY5" fmla="*/ 1544497 h 2363647"/>
              <a:gd name="connsiteX6" fmla="*/ 2065477 w 2294077"/>
              <a:gd name="connsiteY6" fmla="*/ 1544497 h 2363647"/>
              <a:gd name="connsiteX7" fmla="*/ 2294077 w 2294077"/>
              <a:gd name="connsiteY7" fmla="*/ 1734997 h 2363647"/>
              <a:gd name="connsiteX8" fmla="*/ 1827352 w 2294077"/>
              <a:gd name="connsiteY8" fmla="*/ 1868347 h 2363647"/>
              <a:gd name="connsiteX9" fmla="*/ 1998802 w 2294077"/>
              <a:gd name="connsiteY9" fmla="*/ 2115997 h 2363647"/>
              <a:gd name="connsiteX10" fmla="*/ 1722577 w 2294077"/>
              <a:gd name="connsiteY10" fmla="*/ 1982647 h 2363647"/>
              <a:gd name="connsiteX11" fmla="*/ 1532077 w 2294077"/>
              <a:gd name="connsiteY11" fmla="*/ 2363647 h 2363647"/>
              <a:gd name="connsiteX12" fmla="*/ 1303477 w 2294077"/>
              <a:gd name="connsiteY12" fmla="*/ 2144572 h 2363647"/>
              <a:gd name="connsiteX13" fmla="*/ 1436827 w 2294077"/>
              <a:gd name="connsiteY13" fmla="*/ 1782622 h 2363647"/>
              <a:gd name="connsiteX14" fmla="*/ 912952 w 2294077"/>
              <a:gd name="connsiteY14" fmla="*/ 1201597 h 2363647"/>
              <a:gd name="connsiteX15" fmla="*/ 403784 w 2294077"/>
              <a:gd name="connsiteY15" fmla="*/ 2316707 h 2363647"/>
              <a:gd name="connsiteX16" fmla="*/ 282017 w 2294077"/>
              <a:gd name="connsiteY16" fmla="*/ 2047340 h 2363647"/>
              <a:gd name="connsiteX17" fmla="*/ 509244 w 2294077"/>
              <a:gd name="connsiteY17" fmla="*/ 761923 h 2363647"/>
              <a:gd name="connsiteX18" fmla="*/ 0 w 2294077"/>
              <a:gd name="connsiteY18" fmla="*/ 0 h 2363647"/>
              <a:gd name="connsiteX0" fmla="*/ 6569 w 2300646"/>
              <a:gd name="connsiteY0" fmla="*/ 0 h 2363647"/>
              <a:gd name="connsiteX1" fmla="*/ 767121 w 2300646"/>
              <a:gd name="connsiteY1" fmla="*/ 572947 h 2363647"/>
              <a:gd name="connsiteX2" fmla="*/ 2036842 w 2300646"/>
              <a:gd name="connsiteY2" fmla="*/ 509092 h 2363647"/>
              <a:gd name="connsiteX3" fmla="*/ 2291808 w 2300646"/>
              <a:gd name="connsiteY3" fmla="*/ 657224 h 2363647"/>
              <a:gd name="connsiteX4" fmla="*/ 1138596 w 2300646"/>
              <a:gd name="connsiteY4" fmla="*/ 1020622 h 2363647"/>
              <a:gd name="connsiteX5" fmla="*/ 1624371 w 2300646"/>
              <a:gd name="connsiteY5" fmla="*/ 1544497 h 2363647"/>
              <a:gd name="connsiteX6" fmla="*/ 2072046 w 2300646"/>
              <a:gd name="connsiteY6" fmla="*/ 1544497 h 2363647"/>
              <a:gd name="connsiteX7" fmla="*/ 2300646 w 2300646"/>
              <a:gd name="connsiteY7" fmla="*/ 1734997 h 2363647"/>
              <a:gd name="connsiteX8" fmla="*/ 1833921 w 2300646"/>
              <a:gd name="connsiteY8" fmla="*/ 1868347 h 2363647"/>
              <a:gd name="connsiteX9" fmla="*/ 2005371 w 2300646"/>
              <a:gd name="connsiteY9" fmla="*/ 2115997 h 2363647"/>
              <a:gd name="connsiteX10" fmla="*/ 1729146 w 2300646"/>
              <a:gd name="connsiteY10" fmla="*/ 1982647 h 2363647"/>
              <a:gd name="connsiteX11" fmla="*/ 1538646 w 2300646"/>
              <a:gd name="connsiteY11" fmla="*/ 2363647 h 2363647"/>
              <a:gd name="connsiteX12" fmla="*/ 1310046 w 2300646"/>
              <a:gd name="connsiteY12" fmla="*/ 2144572 h 2363647"/>
              <a:gd name="connsiteX13" fmla="*/ 1443396 w 2300646"/>
              <a:gd name="connsiteY13" fmla="*/ 1782622 h 2363647"/>
              <a:gd name="connsiteX14" fmla="*/ 919521 w 2300646"/>
              <a:gd name="connsiteY14" fmla="*/ 1201597 h 2363647"/>
              <a:gd name="connsiteX15" fmla="*/ 410353 w 2300646"/>
              <a:gd name="connsiteY15" fmla="*/ 2316707 h 2363647"/>
              <a:gd name="connsiteX16" fmla="*/ 288586 w 2300646"/>
              <a:gd name="connsiteY16" fmla="*/ 2047340 h 2363647"/>
              <a:gd name="connsiteX17" fmla="*/ 515813 w 2300646"/>
              <a:gd name="connsiteY17" fmla="*/ 761923 h 2363647"/>
              <a:gd name="connsiteX18" fmla="*/ 6569 w 2300646"/>
              <a:gd name="connsiteY18" fmla="*/ 0 h 2363647"/>
              <a:gd name="connsiteX0" fmla="*/ 6569 w 2300646"/>
              <a:gd name="connsiteY0" fmla="*/ 5505 h 2369152"/>
              <a:gd name="connsiteX1" fmla="*/ 767121 w 2300646"/>
              <a:gd name="connsiteY1" fmla="*/ 578452 h 2369152"/>
              <a:gd name="connsiteX2" fmla="*/ 2036842 w 2300646"/>
              <a:gd name="connsiteY2" fmla="*/ 514597 h 2369152"/>
              <a:gd name="connsiteX3" fmla="*/ 2291808 w 2300646"/>
              <a:gd name="connsiteY3" fmla="*/ 662729 h 2369152"/>
              <a:gd name="connsiteX4" fmla="*/ 1138596 w 2300646"/>
              <a:gd name="connsiteY4" fmla="*/ 1026127 h 2369152"/>
              <a:gd name="connsiteX5" fmla="*/ 1624371 w 2300646"/>
              <a:gd name="connsiteY5" fmla="*/ 1550002 h 2369152"/>
              <a:gd name="connsiteX6" fmla="*/ 2072046 w 2300646"/>
              <a:gd name="connsiteY6" fmla="*/ 1550002 h 2369152"/>
              <a:gd name="connsiteX7" fmla="*/ 2300646 w 2300646"/>
              <a:gd name="connsiteY7" fmla="*/ 1740502 h 2369152"/>
              <a:gd name="connsiteX8" fmla="*/ 1833921 w 2300646"/>
              <a:gd name="connsiteY8" fmla="*/ 1873852 h 2369152"/>
              <a:gd name="connsiteX9" fmla="*/ 2005371 w 2300646"/>
              <a:gd name="connsiteY9" fmla="*/ 2121502 h 2369152"/>
              <a:gd name="connsiteX10" fmla="*/ 1729146 w 2300646"/>
              <a:gd name="connsiteY10" fmla="*/ 1988152 h 2369152"/>
              <a:gd name="connsiteX11" fmla="*/ 1538646 w 2300646"/>
              <a:gd name="connsiteY11" fmla="*/ 2369152 h 2369152"/>
              <a:gd name="connsiteX12" fmla="*/ 1310046 w 2300646"/>
              <a:gd name="connsiteY12" fmla="*/ 2150077 h 2369152"/>
              <a:gd name="connsiteX13" fmla="*/ 1443396 w 2300646"/>
              <a:gd name="connsiteY13" fmla="*/ 1788127 h 2369152"/>
              <a:gd name="connsiteX14" fmla="*/ 919521 w 2300646"/>
              <a:gd name="connsiteY14" fmla="*/ 1207102 h 2369152"/>
              <a:gd name="connsiteX15" fmla="*/ 410353 w 2300646"/>
              <a:gd name="connsiteY15" fmla="*/ 2322212 h 2369152"/>
              <a:gd name="connsiteX16" fmla="*/ 288586 w 2300646"/>
              <a:gd name="connsiteY16" fmla="*/ 2052845 h 2369152"/>
              <a:gd name="connsiteX17" fmla="*/ 515813 w 2300646"/>
              <a:gd name="connsiteY17" fmla="*/ 767428 h 2369152"/>
              <a:gd name="connsiteX18" fmla="*/ 6569 w 2300646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24119 w 2305244"/>
              <a:gd name="connsiteY14" fmla="*/ 1207102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73597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513830 w 2305244"/>
              <a:gd name="connsiteY13" fmla="*/ 1784469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50914 w 2305244"/>
              <a:gd name="connsiteY5" fmla="*/ 1597551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32752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24192 w 2305244"/>
              <a:gd name="connsiteY17" fmla="*/ 1641442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02246 w 2305244"/>
              <a:gd name="connsiteY17" fmla="*/ 1579262 h 2369152"/>
              <a:gd name="connsiteX0" fmla="*/ 2275983 w 2296406"/>
              <a:gd name="connsiteY0" fmla="*/ 1747817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7707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57695 w 2296406"/>
              <a:gd name="connsiteY0" fmla="*/ 1755133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9145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80482 w 2296406"/>
              <a:gd name="connsiteY5" fmla="*/ 2120816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733744 w 2296406"/>
              <a:gd name="connsiteY3" fmla="*/ 1988152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91681 w 2296406"/>
              <a:gd name="connsiteY2" fmla="*/ 2136133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42887 w 2296406"/>
              <a:gd name="connsiteY2" fmla="*/ 2194655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3889 w 2296406"/>
              <a:gd name="connsiteY1" fmla="*/ 183727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7546 w 2296406"/>
              <a:gd name="connsiteY1" fmla="*/ 1826304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96406" h="2354521">
                <a:moveTo>
                  <a:pt x="2279640" y="1747818"/>
                </a:moveTo>
                <a:lnTo>
                  <a:pt x="1827546" y="1826304"/>
                </a:lnTo>
                <a:cubicBezTo>
                  <a:pt x="1873723" y="1907635"/>
                  <a:pt x="1985737" y="2047488"/>
                  <a:pt x="1955104" y="2095900"/>
                </a:cubicBezTo>
                <a:cubicBezTo>
                  <a:pt x="1897166" y="2139232"/>
                  <a:pt x="1773393" y="2006999"/>
                  <a:pt x="1682537" y="1962549"/>
                </a:cubicBezTo>
                <a:lnTo>
                  <a:pt x="1528613" y="2354521"/>
                </a:lnTo>
                <a:lnTo>
                  <a:pt x="1380482" y="2120816"/>
                </a:lnTo>
                <a:lnTo>
                  <a:pt x="1495542" y="1788127"/>
                </a:lnTo>
                <a:lnTo>
                  <a:pt x="909489" y="1225390"/>
                </a:lnTo>
                <a:lnTo>
                  <a:pt x="414951" y="2322212"/>
                </a:lnTo>
                <a:lnTo>
                  <a:pt x="293184" y="2052845"/>
                </a:lnTo>
                <a:lnTo>
                  <a:pt x="520411" y="767428"/>
                </a:lnTo>
                <a:cubicBezTo>
                  <a:pt x="325060" y="542715"/>
                  <a:pt x="-71458" y="102202"/>
                  <a:pt x="11167" y="5505"/>
                </a:cubicBezTo>
                <a:cubicBezTo>
                  <a:pt x="111065" y="-52229"/>
                  <a:pt x="554777" y="358209"/>
                  <a:pt x="771719" y="578452"/>
                </a:cubicBezTo>
                <a:lnTo>
                  <a:pt x="2041440" y="514597"/>
                </a:lnTo>
                <a:lnTo>
                  <a:pt x="2296406" y="662729"/>
                </a:lnTo>
                <a:lnTo>
                  <a:pt x="1124906" y="1004182"/>
                </a:lnTo>
                <a:lnTo>
                  <a:pt x="1676517" y="1608523"/>
                </a:lnTo>
                <a:cubicBezTo>
                  <a:pt x="1795262" y="1589016"/>
                  <a:pt x="2094931" y="1557316"/>
                  <a:pt x="2094931" y="1557316"/>
                </a:cubicBezTo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Block Arc 10">
            <a:extLst>
              <a:ext uri="{FF2B5EF4-FFF2-40B4-BE49-F238E27FC236}">
                <a16:creationId xmlns:a16="http://schemas.microsoft.com/office/drawing/2014/main" id="{7E604CC0-D923-4CDD-AA98-C4F62D0FEBD0}"/>
              </a:ext>
            </a:extLst>
          </p:cNvPr>
          <p:cNvSpPr/>
          <p:nvPr/>
        </p:nvSpPr>
        <p:spPr>
          <a:xfrm>
            <a:off x="10411794" y="2659956"/>
            <a:ext cx="431509" cy="292281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0" name="Freeform 55">
            <a:extLst>
              <a:ext uri="{FF2B5EF4-FFF2-40B4-BE49-F238E27FC236}">
                <a16:creationId xmlns:a16="http://schemas.microsoft.com/office/drawing/2014/main" id="{D25159D7-A5C5-4FD6-935D-4E9870D538FA}"/>
              </a:ext>
            </a:extLst>
          </p:cNvPr>
          <p:cNvSpPr/>
          <p:nvPr/>
        </p:nvSpPr>
        <p:spPr>
          <a:xfrm>
            <a:off x="5822415" y="1060927"/>
            <a:ext cx="222004" cy="543985"/>
          </a:xfrm>
          <a:custGeom>
            <a:avLst/>
            <a:gdLst/>
            <a:ahLst/>
            <a:cxnLst/>
            <a:rect l="l" t="t" r="r" b="b"/>
            <a:pathLst>
              <a:path w="1060423" h="2598393">
                <a:moveTo>
                  <a:pt x="511607" y="1989888"/>
                </a:moveTo>
                <a:cubicBezTo>
                  <a:pt x="421916" y="2038892"/>
                  <a:pt x="392123" y="2248491"/>
                  <a:pt x="577615" y="2379095"/>
                </a:cubicBezTo>
                <a:cubicBezTo>
                  <a:pt x="531205" y="2257454"/>
                  <a:pt x="562054" y="2197447"/>
                  <a:pt x="592034" y="2136572"/>
                </a:cubicBezTo>
                <a:cubicBezTo>
                  <a:pt x="592534" y="2167519"/>
                  <a:pt x="560915" y="2234057"/>
                  <a:pt x="638675" y="2272816"/>
                </a:cubicBezTo>
                <a:cubicBezTo>
                  <a:pt x="602283" y="2156226"/>
                  <a:pt x="756001" y="2119500"/>
                  <a:pt x="594605" y="1990756"/>
                </a:cubicBezTo>
                <a:cubicBezTo>
                  <a:pt x="828052" y="2024484"/>
                  <a:pt x="759407" y="2143283"/>
                  <a:pt x="814896" y="2262952"/>
                </a:cubicBezTo>
                <a:cubicBezTo>
                  <a:pt x="774295" y="2270013"/>
                  <a:pt x="715464" y="2161619"/>
                  <a:pt x="728685" y="2212952"/>
                </a:cubicBezTo>
                <a:cubicBezTo>
                  <a:pt x="798068" y="2415798"/>
                  <a:pt x="590532" y="2421590"/>
                  <a:pt x="656442" y="2598393"/>
                </a:cubicBezTo>
                <a:cubicBezTo>
                  <a:pt x="451592" y="2586815"/>
                  <a:pt x="511509" y="2396411"/>
                  <a:pt x="415171" y="2350110"/>
                </a:cubicBezTo>
                <a:cubicBezTo>
                  <a:pt x="389023" y="2345435"/>
                  <a:pt x="357666" y="2366802"/>
                  <a:pt x="415723" y="2461957"/>
                </a:cubicBezTo>
                <a:cubicBezTo>
                  <a:pt x="77590" y="2209980"/>
                  <a:pt x="314998" y="2004011"/>
                  <a:pt x="511607" y="1989888"/>
                </a:cubicBezTo>
                <a:close/>
                <a:moveTo>
                  <a:pt x="344786" y="1884983"/>
                </a:moveTo>
                <a:lnTo>
                  <a:pt x="722598" y="1884983"/>
                </a:lnTo>
                <a:cubicBezTo>
                  <a:pt x="716460" y="1906965"/>
                  <a:pt x="711917" y="1928321"/>
                  <a:pt x="707988" y="1948728"/>
                </a:cubicBezTo>
                <a:lnTo>
                  <a:pt x="357819" y="1948059"/>
                </a:lnTo>
                <a:close/>
                <a:moveTo>
                  <a:pt x="530212" y="651224"/>
                </a:moveTo>
                <a:cubicBezTo>
                  <a:pt x="585486" y="651224"/>
                  <a:pt x="630294" y="696033"/>
                  <a:pt x="630294" y="751307"/>
                </a:cubicBezTo>
                <a:cubicBezTo>
                  <a:pt x="630294" y="806581"/>
                  <a:pt x="585486" y="851389"/>
                  <a:pt x="530212" y="851389"/>
                </a:cubicBezTo>
                <a:cubicBezTo>
                  <a:pt x="474938" y="851389"/>
                  <a:pt x="430129" y="806581"/>
                  <a:pt x="430129" y="751307"/>
                </a:cubicBezTo>
                <a:cubicBezTo>
                  <a:pt x="430129" y="696033"/>
                  <a:pt x="474938" y="651224"/>
                  <a:pt x="530212" y="651224"/>
                </a:cubicBezTo>
                <a:close/>
                <a:moveTo>
                  <a:pt x="530212" y="551141"/>
                </a:moveTo>
                <a:cubicBezTo>
                  <a:pt x="419664" y="551141"/>
                  <a:pt x="330046" y="640759"/>
                  <a:pt x="330046" y="751307"/>
                </a:cubicBezTo>
                <a:cubicBezTo>
                  <a:pt x="330046" y="861855"/>
                  <a:pt x="419664" y="951472"/>
                  <a:pt x="530212" y="951472"/>
                </a:cubicBezTo>
                <a:cubicBezTo>
                  <a:pt x="640760" y="951472"/>
                  <a:pt x="730377" y="861855"/>
                  <a:pt x="730377" y="751307"/>
                </a:cubicBezTo>
                <a:cubicBezTo>
                  <a:pt x="730377" y="640759"/>
                  <a:pt x="640760" y="551141"/>
                  <a:pt x="530212" y="551141"/>
                </a:cubicBezTo>
                <a:close/>
                <a:moveTo>
                  <a:pt x="286245" y="353827"/>
                </a:moveTo>
                <a:cubicBezTo>
                  <a:pt x="438132" y="439406"/>
                  <a:pt x="623290" y="440561"/>
                  <a:pt x="776100" y="356932"/>
                </a:cubicBezTo>
                <a:cubicBezTo>
                  <a:pt x="941305" y="720175"/>
                  <a:pt x="898096" y="1115325"/>
                  <a:pt x="825241" y="1447764"/>
                </a:cubicBezTo>
                <a:lnTo>
                  <a:pt x="1060423" y="1673413"/>
                </a:lnTo>
                <a:lnTo>
                  <a:pt x="1021935" y="1978110"/>
                </a:lnTo>
                <a:lnTo>
                  <a:pt x="745125" y="1786699"/>
                </a:lnTo>
                <a:lnTo>
                  <a:pt x="734250" y="1834148"/>
                </a:lnTo>
                <a:lnTo>
                  <a:pt x="332991" y="1834148"/>
                </a:lnTo>
                <a:cubicBezTo>
                  <a:pt x="330005" y="1820736"/>
                  <a:pt x="326662" y="1807037"/>
                  <a:pt x="323192" y="1793020"/>
                </a:cubicBezTo>
                <a:lnTo>
                  <a:pt x="38489" y="1989888"/>
                </a:lnTo>
                <a:lnTo>
                  <a:pt x="0" y="1685191"/>
                </a:lnTo>
                <a:lnTo>
                  <a:pt x="237343" y="1457469"/>
                </a:lnTo>
                <a:lnTo>
                  <a:pt x="238009" y="1459571"/>
                </a:lnTo>
                <a:lnTo>
                  <a:pt x="242012" y="1446515"/>
                </a:lnTo>
                <a:cubicBezTo>
                  <a:pt x="171205" y="1115067"/>
                  <a:pt x="127758" y="714059"/>
                  <a:pt x="286245" y="353827"/>
                </a:cubicBezTo>
                <a:close/>
                <a:moveTo>
                  <a:pt x="527942" y="0"/>
                </a:moveTo>
                <a:cubicBezTo>
                  <a:pt x="622760" y="95693"/>
                  <a:pt x="695048" y="196745"/>
                  <a:pt x="748164" y="301374"/>
                </a:cubicBezTo>
                <a:cubicBezTo>
                  <a:pt x="612692" y="376844"/>
                  <a:pt x="447588" y="375495"/>
                  <a:pt x="312997" y="298024"/>
                </a:cubicBezTo>
                <a:cubicBezTo>
                  <a:pt x="364591" y="193505"/>
                  <a:pt x="435080" y="93397"/>
                  <a:pt x="527942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Round Same Side Corner Rectangle 36">
            <a:extLst>
              <a:ext uri="{FF2B5EF4-FFF2-40B4-BE49-F238E27FC236}">
                <a16:creationId xmlns:a16="http://schemas.microsoft.com/office/drawing/2014/main" id="{4E43C6AD-B2DD-4058-8B46-F292AD809CCE}"/>
              </a:ext>
            </a:extLst>
          </p:cNvPr>
          <p:cNvSpPr/>
          <p:nvPr/>
        </p:nvSpPr>
        <p:spPr>
          <a:xfrm>
            <a:off x="9183065" y="1172116"/>
            <a:ext cx="406779" cy="321606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Oval 21">
            <a:extLst>
              <a:ext uri="{FF2B5EF4-FFF2-40B4-BE49-F238E27FC236}">
                <a16:creationId xmlns:a16="http://schemas.microsoft.com/office/drawing/2014/main" id="{A4A30500-2379-467E-AC72-4F2033CE6B21}"/>
              </a:ext>
            </a:extLst>
          </p:cNvPr>
          <p:cNvSpPr>
            <a:spLocks noChangeAspect="1"/>
          </p:cNvSpPr>
          <p:nvPr/>
        </p:nvSpPr>
        <p:spPr>
          <a:xfrm>
            <a:off x="7668315" y="2637251"/>
            <a:ext cx="334893" cy="337690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3" name="Oval 32">
            <a:extLst>
              <a:ext uri="{FF2B5EF4-FFF2-40B4-BE49-F238E27FC236}">
                <a16:creationId xmlns:a16="http://schemas.microsoft.com/office/drawing/2014/main" id="{ED9748FD-2411-4343-8052-1E7C740869A3}"/>
              </a:ext>
            </a:extLst>
          </p:cNvPr>
          <p:cNvSpPr/>
          <p:nvPr/>
        </p:nvSpPr>
        <p:spPr>
          <a:xfrm>
            <a:off x="9252307" y="2614286"/>
            <a:ext cx="318881" cy="383620"/>
          </a:xfrm>
          <a:custGeom>
            <a:avLst/>
            <a:gdLst/>
            <a:ahLst/>
            <a:cxnLst/>
            <a:rect l="l" t="t" r="r" b="b"/>
            <a:pathLst>
              <a:path w="2671236" h="3213546">
                <a:moveTo>
                  <a:pt x="1336943" y="151152"/>
                </a:moveTo>
                <a:cubicBezTo>
                  <a:pt x="1223677" y="151152"/>
                  <a:pt x="1131857" y="242973"/>
                  <a:pt x="1131857" y="356239"/>
                </a:cubicBezTo>
                <a:cubicBezTo>
                  <a:pt x="1131857" y="469506"/>
                  <a:pt x="1223677" y="561326"/>
                  <a:pt x="1336943" y="561326"/>
                </a:cubicBezTo>
                <a:cubicBezTo>
                  <a:pt x="1450210" y="561326"/>
                  <a:pt x="1542030" y="469506"/>
                  <a:pt x="1542030" y="356239"/>
                </a:cubicBezTo>
                <a:cubicBezTo>
                  <a:pt x="1542030" y="242973"/>
                  <a:pt x="1450210" y="151152"/>
                  <a:pt x="1336943" y="151152"/>
                </a:cubicBezTo>
                <a:close/>
                <a:moveTo>
                  <a:pt x="1336943" y="0"/>
                </a:moveTo>
                <a:cubicBezTo>
                  <a:pt x="1533689" y="0"/>
                  <a:pt x="1693182" y="159493"/>
                  <a:pt x="1693182" y="356239"/>
                </a:cubicBezTo>
                <a:cubicBezTo>
                  <a:pt x="1693182" y="499348"/>
                  <a:pt x="1608797" y="622748"/>
                  <a:pt x="1486649" y="678491"/>
                </a:cubicBezTo>
                <a:lnTo>
                  <a:pt x="1504985" y="861628"/>
                </a:lnTo>
                <a:lnTo>
                  <a:pt x="2050955" y="861628"/>
                </a:lnTo>
                <a:cubicBezTo>
                  <a:pt x="2073924" y="808095"/>
                  <a:pt x="2127168" y="770742"/>
                  <a:pt x="2189136" y="770742"/>
                </a:cubicBezTo>
                <a:cubicBezTo>
                  <a:pt x="2272476" y="770742"/>
                  <a:pt x="2340037" y="838303"/>
                  <a:pt x="2340037" y="921643"/>
                </a:cubicBezTo>
                <a:cubicBezTo>
                  <a:pt x="2340037" y="1004983"/>
                  <a:pt x="2272476" y="1072544"/>
                  <a:pt x="2189136" y="1072544"/>
                </a:cubicBezTo>
                <a:cubicBezTo>
                  <a:pt x="2127168" y="1072544"/>
                  <a:pt x="2073924" y="1035191"/>
                  <a:pt x="2050955" y="981658"/>
                </a:cubicBezTo>
                <a:lnTo>
                  <a:pt x="1517002" y="981658"/>
                </a:lnTo>
                <a:lnTo>
                  <a:pt x="1678124" y="2590970"/>
                </a:lnTo>
                <a:cubicBezTo>
                  <a:pt x="2063444" y="2451708"/>
                  <a:pt x="2360829" y="2287813"/>
                  <a:pt x="2381761" y="1860600"/>
                </a:cubicBezTo>
                <a:cubicBezTo>
                  <a:pt x="2329006" y="1862811"/>
                  <a:pt x="2276981" y="1871755"/>
                  <a:pt x="2228094" y="1886075"/>
                </a:cubicBezTo>
                <a:cubicBezTo>
                  <a:pt x="2324645" y="1771974"/>
                  <a:pt x="2415523" y="1665436"/>
                  <a:pt x="2449665" y="1504055"/>
                </a:cubicBezTo>
                <a:cubicBezTo>
                  <a:pt x="2485699" y="1663545"/>
                  <a:pt x="2574685" y="1764408"/>
                  <a:pt x="2671236" y="1886075"/>
                </a:cubicBezTo>
                <a:cubicBezTo>
                  <a:pt x="2622475" y="1872164"/>
                  <a:pt x="2568855" y="1862858"/>
                  <a:pt x="2513341" y="1860541"/>
                </a:cubicBezTo>
                <a:cubicBezTo>
                  <a:pt x="2486075" y="2436981"/>
                  <a:pt x="2151724" y="2992040"/>
                  <a:pt x="1522375" y="3040581"/>
                </a:cubicBezTo>
                <a:cubicBezTo>
                  <a:pt x="1427529" y="3119259"/>
                  <a:pt x="1392747" y="3155891"/>
                  <a:pt x="1336943" y="3213546"/>
                </a:cubicBezTo>
                <a:cubicBezTo>
                  <a:pt x="1284048" y="3153728"/>
                  <a:pt x="1252174" y="3120936"/>
                  <a:pt x="1157234" y="3046101"/>
                </a:cubicBezTo>
                <a:cubicBezTo>
                  <a:pt x="592479" y="2980043"/>
                  <a:pt x="187829" y="2438320"/>
                  <a:pt x="160409" y="1860193"/>
                </a:cubicBezTo>
                <a:cubicBezTo>
                  <a:pt x="105366" y="1862056"/>
                  <a:pt x="50978" y="1871143"/>
                  <a:pt x="0" y="1886075"/>
                </a:cubicBezTo>
                <a:cubicBezTo>
                  <a:pt x="96552" y="1771974"/>
                  <a:pt x="187429" y="1665436"/>
                  <a:pt x="221571" y="1504055"/>
                </a:cubicBezTo>
                <a:cubicBezTo>
                  <a:pt x="257605" y="1663545"/>
                  <a:pt x="346591" y="1764408"/>
                  <a:pt x="443143" y="1886075"/>
                </a:cubicBezTo>
                <a:cubicBezTo>
                  <a:pt x="396276" y="1872705"/>
                  <a:pt x="344922" y="1863589"/>
                  <a:pt x="291687" y="1860996"/>
                </a:cubicBezTo>
                <a:cubicBezTo>
                  <a:pt x="313360" y="2289054"/>
                  <a:pt x="617325" y="2454996"/>
                  <a:pt x="1001768" y="2593980"/>
                </a:cubicBezTo>
                <a:lnTo>
                  <a:pt x="1157883" y="981658"/>
                </a:lnTo>
                <a:lnTo>
                  <a:pt x="666108" y="981658"/>
                </a:lnTo>
                <a:cubicBezTo>
                  <a:pt x="643139" y="1035191"/>
                  <a:pt x="589896" y="1072543"/>
                  <a:pt x="527928" y="1072543"/>
                </a:cubicBezTo>
                <a:cubicBezTo>
                  <a:pt x="444588" y="1072543"/>
                  <a:pt x="377027" y="1004982"/>
                  <a:pt x="377027" y="921642"/>
                </a:cubicBezTo>
                <a:cubicBezTo>
                  <a:pt x="377027" y="838302"/>
                  <a:pt x="444588" y="770741"/>
                  <a:pt x="527928" y="770741"/>
                </a:cubicBezTo>
                <a:cubicBezTo>
                  <a:pt x="589896" y="770741"/>
                  <a:pt x="643141" y="808095"/>
                  <a:pt x="666110" y="861628"/>
                </a:cubicBezTo>
                <a:lnTo>
                  <a:pt x="1169505" y="861628"/>
                </a:lnTo>
                <a:lnTo>
                  <a:pt x="1187237" y="678491"/>
                </a:lnTo>
                <a:cubicBezTo>
                  <a:pt x="1065090" y="622748"/>
                  <a:pt x="980704" y="499348"/>
                  <a:pt x="980704" y="356239"/>
                </a:cubicBezTo>
                <a:cubicBezTo>
                  <a:pt x="980704" y="159493"/>
                  <a:pt x="1140198" y="0"/>
                  <a:pt x="1336943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0" name="Donut 22">
            <a:extLst>
              <a:ext uri="{FF2B5EF4-FFF2-40B4-BE49-F238E27FC236}">
                <a16:creationId xmlns:a16="http://schemas.microsoft.com/office/drawing/2014/main" id="{C1DED476-F98D-4792-A892-AF2B4892AAF7}"/>
              </a:ext>
            </a:extLst>
          </p:cNvPr>
          <p:cNvSpPr>
            <a:spLocks noChangeAspect="1"/>
          </p:cNvSpPr>
          <p:nvPr/>
        </p:nvSpPr>
        <p:spPr>
          <a:xfrm>
            <a:off x="578719" y="5848830"/>
            <a:ext cx="360000" cy="184392"/>
          </a:xfrm>
          <a:custGeom>
            <a:avLst/>
            <a:gdLst/>
            <a:ahLst/>
            <a:cxnLst/>
            <a:rect l="l" t="t" r="r" b="b"/>
            <a:pathLst>
              <a:path w="3372524" h="1727404">
                <a:moveTo>
                  <a:pt x="1758003" y="666958"/>
                </a:moveTo>
                <a:cubicBezTo>
                  <a:pt x="1703684" y="666958"/>
                  <a:pt x="1659649" y="710993"/>
                  <a:pt x="1659649" y="765312"/>
                </a:cubicBezTo>
                <a:cubicBezTo>
                  <a:pt x="1659649" y="819631"/>
                  <a:pt x="1703684" y="863666"/>
                  <a:pt x="1758003" y="863666"/>
                </a:cubicBezTo>
                <a:cubicBezTo>
                  <a:pt x="1812322" y="863666"/>
                  <a:pt x="1856357" y="819631"/>
                  <a:pt x="1856357" y="765312"/>
                </a:cubicBezTo>
                <a:cubicBezTo>
                  <a:pt x="1856357" y="710993"/>
                  <a:pt x="1812322" y="666958"/>
                  <a:pt x="1758003" y="666958"/>
                </a:cubicBezTo>
                <a:close/>
                <a:moveTo>
                  <a:pt x="1686261" y="586208"/>
                </a:moveTo>
                <a:cubicBezTo>
                  <a:pt x="1849880" y="586208"/>
                  <a:pt x="1982519" y="718847"/>
                  <a:pt x="1982519" y="882466"/>
                </a:cubicBezTo>
                <a:cubicBezTo>
                  <a:pt x="1982519" y="1046085"/>
                  <a:pt x="1849880" y="1178724"/>
                  <a:pt x="1686261" y="1178724"/>
                </a:cubicBezTo>
                <a:cubicBezTo>
                  <a:pt x="1522642" y="1178724"/>
                  <a:pt x="1390003" y="1046085"/>
                  <a:pt x="1390003" y="882466"/>
                </a:cubicBezTo>
                <a:cubicBezTo>
                  <a:pt x="1390003" y="718847"/>
                  <a:pt x="1522642" y="586208"/>
                  <a:pt x="1686261" y="586208"/>
                </a:cubicBezTo>
                <a:close/>
                <a:moveTo>
                  <a:pt x="1686262" y="448985"/>
                </a:moveTo>
                <a:cubicBezTo>
                  <a:pt x="1446857" y="448985"/>
                  <a:pt x="1252780" y="643062"/>
                  <a:pt x="1252780" y="882467"/>
                </a:cubicBezTo>
                <a:cubicBezTo>
                  <a:pt x="1252780" y="1121872"/>
                  <a:pt x="1446857" y="1315949"/>
                  <a:pt x="1686262" y="1315949"/>
                </a:cubicBezTo>
                <a:cubicBezTo>
                  <a:pt x="1925667" y="1315949"/>
                  <a:pt x="2119744" y="1121872"/>
                  <a:pt x="2119744" y="882467"/>
                </a:cubicBezTo>
                <a:cubicBezTo>
                  <a:pt x="2119744" y="643062"/>
                  <a:pt x="1925667" y="448985"/>
                  <a:pt x="1686262" y="448985"/>
                </a:cubicBezTo>
                <a:close/>
                <a:moveTo>
                  <a:pt x="1893261" y="271274"/>
                </a:moveTo>
                <a:cubicBezTo>
                  <a:pt x="2150128" y="355123"/>
                  <a:pt x="2334334" y="597283"/>
                  <a:pt x="2334334" y="882467"/>
                </a:cubicBezTo>
                <a:cubicBezTo>
                  <a:pt x="2334334" y="1103921"/>
                  <a:pt x="2223259" y="1299432"/>
                  <a:pt x="2053457" y="1415856"/>
                </a:cubicBezTo>
                <a:cubicBezTo>
                  <a:pt x="2494577" y="1286853"/>
                  <a:pt x="2931337" y="1005905"/>
                  <a:pt x="2940842" y="882353"/>
                </a:cubicBezTo>
                <a:lnTo>
                  <a:pt x="2946401" y="882364"/>
                </a:lnTo>
                <a:lnTo>
                  <a:pt x="2943679" y="877137"/>
                </a:lnTo>
                <a:lnTo>
                  <a:pt x="2946401" y="872130"/>
                </a:lnTo>
                <a:lnTo>
                  <a:pt x="2941077" y="872141"/>
                </a:lnTo>
                <a:cubicBezTo>
                  <a:pt x="2875996" y="732702"/>
                  <a:pt x="2369865" y="377972"/>
                  <a:pt x="1893261" y="271274"/>
                </a:cubicBezTo>
                <a:close/>
                <a:moveTo>
                  <a:pt x="1525754" y="256843"/>
                </a:moveTo>
                <a:cubicBezTo>
                  <a:pt x="984953" y="339274"/>
                  <a:pt x="426123" y="752145"/>
                  <a:pt x="426123" y="877021"/>
                </a:cubicBezTo>
                <a:lnTo>
                  <a:pt x="426123" y="877247"/>
                </a:lnTo>
                <a:cubicBezTo>
                  <a:pt x="439083" y="984175"/>
                  <a:pt x="877625" y="1311577"/>
                  <a:pt x="1355183" y="1436828"/>
                </a:cubicBezTo>
                <a:cubicBezTo>
                  <a:pt x="1164798" y="1325758"/>
                  <a:pt x="1038190" y="1118898"/>
                  <a:pt x="1038190" y="882467"/>
                </a:cubicBezTo>
                <a:cubicBezTo>
                  <a:pt x="1038190" y="580157"/>
                  <a:pt x="1245184" y="326193"/>
                  <a:pt x="1525754" y="256843"/>
                </a:cubicBezTo>
                <a:close/>
                <a:moveTo>
                  <a:pt x="1682713" y="0"/>
                </a:moveTo>
                <a:cubicBezTo>
                  <a:pt x="2385858" y="36225"/>
                  <a:pt x="3265322" y="653066"/>
                  <a:pt x="3365400" y="875412"/>
                </a:cubicBezTo>
                <a:lnTo>
                  <a:pt x="3372524" y="875397"/>
                </a:lnTo>
                <a:lnTo>
                  <a:pt x="3368881" y="882344"/>
                </a:lnTo>
                <a:lnTo>
                  <a:pt x="3372524" y="889597"/>
                </a:lnTo>
                <a:lnTo>
                  <a:pt x="3365086" y="889581"/>
                </a:lnTo>
                <a:cubicBezTo>
                  <a:pt x="3348713" y="1110249"/>
                  <a:pt x="2385134" y="1692746"/>
                  <a:pt x="1682713" y="1727404"/>
                </a:cubicBezTo>
                <a:cubicBezTo>
                  <a:pt x="901706" y="1708470"/>
                  <a:pt x="21301" y="1064732"/>
                  <a:pt x="0" y="882497"/>
                </a:cubicBezTo>
                <a:lnTo>
                  <a:pt x="0" y="882184"/>
                </a:lnTo>
                <a:cubicBezTo>
                  <a:pt x="0" y="691908"/>
                  <a:pt x="901706" y="19770"/>
                  <a:pt x="1682713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7" name="Rounded Rectangle 31">
            <a:extLst>
              <a:ext uri="{FF2B5EF4-FFF2-40B4-BE49-F238E27FC236}">
                <a16:creationId xmlns:a16="http://schemas.microsoft.com/office/drawing/2014/main" id="{134654AC-5431-498C-BEB7-AC49B9D6AAE8}"/>
              </a:ext>
            </a:extLst>
          </p:cNvPr>
          <p:cNvSpPr>
            <a:spLocks noChangeAspect="1"/>
          </p:cNvSpPr>
          <p:nvPr/>
        </p:nvSpPr>
        <p:spPr>
          <a:xfrm>
            <a:off x="629930" y="3893740"/>
            <a:ext cx="253200" cy="360000"/>
          </a:xfrm>
          <a:custGeom>
            <a:avLst/>
            <a:gdLst/>
            <a:ahLst/>
            <a:cxnLst/>
            <a:rect l="l" t="t" r="r" b="b"/>
            <a:pathLst>
              <a:path w="2273269" h="3232141">
                <a:moveTo>
                  <a:pt x="1301358" y="1224998"/>
                </a:moveTo>
                <a:cubicBezTo>
                  <a:pt x="1288512" y="1224739"/>
                  <a:pt x="1275404" y="1226994"/>
                  <a:pt x="1262722" y="1232060"/>
                </a:cubicBezTo>
                <a:cubicBezTo>
                  <a:pt x="1224020" y="1247517"/>
                  <a:pt x="1200469" y="1284678"/>
                  <a:pt x="1200858" y="1323955"/>
                </a:cubicBezTo>
                <a:lnTo>
                  <a:pt x="1068969" y="1816173"/>
                </a:lnTo>
                <a:lnTo>
                  <a:pt x="975827" y="1468563"/>
                </a:lnTo>
                <a:cubicBezTo>
                  <a:pt x="965224" y="1428990"/>
                  <a:pt x="932065" y="1401484"/>
                  <a:pt x="893889" y="1396168"/>
                </a:cubicBezTo>
                <a:cubicBezTo>
                  <a:pt x="887581" y="1395290"/>
                  <a:pt x="881136" y="1395017"/>
                  <a:pt x="874749" y="1397368"/>
                </a:cubicBezTo>
                <a:lnTo>
                  <a:pt x="873048" y="1397069"/>
                </a:lnTo>
                <a:cubicBezTo>
                  <a:pt x="871822" y="1397102"/>
                  <a:pt x="870599" y="1397158"/>
                  <a:pt x="869409" y="1397702"/>
                </a:cubicBezTo>
                <a:lnTo>
                  <a:pt x="854690" y="1398625"/>
                </a:lnTo>
                <a:cubicBezTo>
                  <a:pt x="852870" y="1399112"/>
                  <a:pt x="851076" y="1399648"/>
                  <a:pt x="849610" y="1401148"/>
                </a:cubicBezTo>
                <a:cubicBezTo>
                  <a:pt x="820426" y="1408603"/>
                  <a:pt x="795399" y="1429720"/>
                  <a:pt x="783580" y="1459921"/>
                </a:cubicBezTo>
                <a:lnTo>
                  <a:pt x="576552" y="1988920"/>
                </a:lnTo>
                <a:lnTo>
                  <a:pt x="360960" y="1988920"/>
                </a:lnTo>
                <a:cubicBezTo>
                  <a:pt x="306335" y="1988920"/>
                  <a:pt x="262052" y="2033203"/>
                  <a:pt x="262052" y="2087828"/>
                </a:cubicBezTo>
                <a:cubicBezTo>
                  <a:pt x="262052" y="2142453"/>
                  <a:pt x="306335" y="2186736"/>
                  <a:pt x="360960" y="2186736"/>
                </a:cubicBezTo>
                <a:lnTo>
                  <a:pt x="624414" y="2186736"/>
                </a:lnTo>
                <a:cubicBezTo>
                  <a:pt x="655679" y="2194749"/>
                  <a:pt x="687884" y="2184847"/>
                  <a:pt x="710155" y="2162843"/>
                </a:cubicBezTo>
                <a:cubicBezTo>
                  <a:pt x="728043" y="2149675"/>
                  <a:pt x="740236" y="2129868"/>
                  <a:pt x="742804" y="2106901"/>
                </a:cubicBezTo>
                <a:lnTo>
                  <a:pt x="861090" y="1804659"/>
                </a:lnTo>
                <a:lnTo>
                  <a:pt x="967256" y="2200878"/>
                </a:lnTo>
                <a:cubicBezTo>
                  <a:pt x="956121" y="2251327"/>
                  <a:pt x="986997" y="2301788"/>
                  <a:pt x="1037612" y="2315350"/>
                </a:cubicBezTo>
                <a:cubicBezTo>
                  <a:pt x="1044252" y="2317129"/>
                  <a:pt x="1050915" y="2318189"/>
                  <a:pt x="1057633" y="2316605"/>
                </a:cubicBezTo>
                <a:cubicBezTo>
                  <a:pt x="1061264" y="2317900"/>
                  <a:pt x="1065062" y="2318350"/>
                  <a:pt x="1068971" y="2317315"/>
                </a:cubicBezTo>
                <a:cubicBezTo>
                  <a:pt x="1072878" y="2318349"/>
                  <a:pt x="1076674" y="2317900"/>
                  <a:pt x="1080303" y="2316605"/>
                </a:cubicBezTo>
                <a:lnTo>
                  <a:pt x="1100326" y="2315350"/>
                </a:lnTo>
                <a:cubicBezTo>
                  <a:pt x="1150941" y="2301788"/>
                  <a:pt x="1181817" y="2251327"/>
                  <a:pt x="1170682" y="2200878"/>
                </a:cubicBezTo>
                <a:lnTo>
                  <a:pt x="1320238" y="1642726"/>
                </a:lnTo>
                <a:lnTo>
                  <a:pt x="1513977" y="2127797"/>
                </a:lnTo>
                <a:cubicBezTo>
                  <a:pt x="1531567" y="2171838"/>
                  <a:pt x="1577262" y="2196260"/>
                  <a:pt x="1621871" y="2186737"/>
                </a:cubicBezTo>
                <a:lnTo>
                  <a:pt x="1878495" y="2186737"/>
                </a:lnTo>
                <a:cubicBezTo>
                  <a:pt x="1933120" y="2186737"/>
                  <a:pt x="1977403" y="2142454"/>
                  <a:pt x="1977403" y="2087829"/>
                </a:cubicBezTo>
                <a:cubicBezTo>
                  <a:pt x="1977403" y="2033204"/>
                  <a:pt x="1933120" y="1988921"/>
                  <a:pt x="1878495" y="1988921"/>
                </a:cubicBezTo>
                <a:lnTo>
                  <a:pt x="1671520" y="1988921"/>
                </a:lnTo>
                <a:lnTo>
                  <a:pt x="1391261" y="1287226"/>
                </a:lnTo>
                <a:cubicBezTo>
                  <a:pt x="1376065" y="1249180"/>
                  <a:pt x="1339894" y="1225775"/>
                  <a:pt x="1301358" y="1224998"/>
                </a:cubicBezTo>
                <a:close/>
                <a:moveTo>
                  <a:pt x="335892" y="524745"/>
                </a:moveTo>
                <a:lnTo>
                  <a:pt x="1937377" y="524745"/>
                </a:lnTo>
                <a:cubicBezTo>
                  <a:pt x="1996486" y="524745"/>
                  <a:pt x="2044403" y="572662"/>
                  <a:pt x="2044403" y="631771"/>
                </a:cubicBezTo>
                <a:lnTo>
                  <a:pt x="2044403" y="2898384"/>
                </a:lnTo>
                <a:cubicBezTo>
                  <a:pt x="2044403" y="2957493"/>
                  <a:pt x="1996486" y="3005410"/>
                  <a:pt x="1937377" y="3005410"/>
                </a:cubicBezTo>
                <a:lnTo>
                  <a:pt x="335892" y="3005410"/>
                </a:lnTo>
                <a:cubicBezTo>
                  <a:pt x="276783" y="3005410"/>
                  <a:pt x="228866" y="2957493"/>
                  <a:pt x="228866" y="2898384"/>
                </a:cubicBezTo>
                <a:lnTo>
                  <a:pt x="228866" y="631771"/>
                </a:lnTo>
                <a:cubicBezTo>
                  <a:pt x="228866" y="572662"/>
                  <a:pt x="276783" y="524745"/>
                  <a:pt x="335892" y="524745"/>
                </a:cubicBezTo>
                <a:close/>
                <a:moveTo>
                  <a:pt x="245659" y="437009"/>
                </a:moveTo>
                <a:cubicBezTo>
                  <a:pt x="179890" y="437009"/>
                  <a:pt x="126573" y="490326"/>
                  <a:pt x="126573" y="556095"/>
                </a:cubicBezTo>
                <a:lnTo>
                  <a:pt x="126573" y="2974061"/>
                </a:lnTo>
                <a:cubicBezTo>
                  <a:pt x="126573" y="3039830"/>
                  <a:pt x="179890" y="3093147"/>
                  <a:pt x="245659" y="3093147"/>
                </a:cubicBezTo>
                <a:lnTo>
                  <a:pt x="2027611" y="3093147"/>
                </a:lnTo>
                <a:cubicBezTo>
                  <a:pt x="2093380" y="3093147"/>
                  <a:pt x="2146697" y="3039830"/>
                  <a:pt x="2146697" y="2974061"/>
                </a:cubicBezTo>
                <a:lnTo>
                  <a:pt x="2146697" y="556095"/>
                </a:lnTo>
                <a:cubicBezTo>
                  <a:pt x="2146697" y="490326"/>
                  <a:pt x="2093380" y="437009"/>
                  <a:pt x="2027611" y="437009"/>
                </a:cubicBezTo>
                <a:close/>
                <a:moveTo>
                  <a:pt x="974181" y="0"/>
                </a:moveTo>
                <a:lnTo>
                  <a:pt x="1299087" y="0"/>
                </a:lnTo>
                <a:cubicBezTo>
                  <a:pt x="1327680" y="0"/>
                  <a:pt x="1350860" y="23180"/>
                  <a:pt x="1350860" y="51773"/>
                </a:cubicBezTo>
                <a:lnTo>
                  <a:pt x="1350860" y="155306"/>
                </a:lnTo>
                <a:lnTo>
                  <a:pt x="1381614" y="155306"/>
                </a:lnTo>
                <a:cubicBezTo>
                  <a:pt x="1410207" y="155306"/>
                  <a:pt x="1433387" y="178486"/>
                  <a:pt x="1433387" y="207079"/>
                </a:cubicBezTo>
                <a:lnTo>
                  <a:pt x="1433387" y="298015"/>
                </a:lnTo>
                <a:lnTo>
                  <a:pt x="2081269" y="298015"/>
                </a:lnTo>
                <a:cubicBezTo>
                  <a:pt x="2187308" y="298015"/>
                  <a:pt x="2273269" y="383976"/>
                  <a:pt x="2273269" y="490015"/>
                </a:cubicBezTo>
                <a:lnTo>
                  <a:pt x="2273269" y="3040141"/>
                </a:lnTo>
                <a:cubicBezTo>
                  <a:pt x="2273269" y="3146180"/>
                  <a:pt x="2187308" y="3232141"/>
                  <a:pt x="2081269" y="3232141"/>
                </a:cubicBezTo>
                <a:lnTo>
                  <a:pt x="192000" y="3232141"/>
                </a:lnTo>
                <a:cubicBezTo>
                  <a:pt x="85961" y="3232141"/>
                  <a:pt x="0" y="3146180"/>
                  <a:pt x="0" y="3040141"/>
                </a:cubicBezTo>
                <a:lnTo>
                  <a:pt x="0" y="490015"/>
                </a:lnTo>
                <a:cubicBezTo>
                  <a:pt x="0" y="383976"/>
                  <a:pt x="85961" y="298015"/>
                  <a:pt x="192000" y="298015"/>
                </a:cubicBezTo>
                <a:lnTo>
                  <a:pt x="839881" y="298015"/>
                </a:lnTo>
                <a:lnTo>
                  <a:pt x="839881" y="207079"/>
                </a:lnTo>
                <a:cubicBezTo>
                  <a:pt x="839881" y="178486"/>
                  <a:pt x="863061" y="155306"/>
                  <a:pt x="891654" y="155306"/>
                </a:cubicBezTo>
                <a:lnTo>
                  <a:pt x="922408" y="155306"/>
                </a:lnTo>
                <a:lnTo>
                  <a:pt x="922408" y="51773"/>
                </a:lnTo>
                <a:cubicBezTo>
                  <a:pt x="922408" y="23180"/>
                  <a:pt x="945588" y="0"/>
                  <a:pt x="974181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Oval 47">
            <a:extLst>
              <a:ext uri="{FF2B5EF4-FFF2-40B4-BE49-F238E27FC236}">
                <a16:creationId xmlns:a16="http://schemas.microsoft.com/office/drawing/2014/main" id="{290A8367-B4B6-47E4-89DC-747B97D5AB97}"/>
              </a:ext>
            </a:extLst>
          </p:cNvPr>
          <p:cNvSpPr>
            <a:spLocks noChangeAspect="1"/>
          </p:cNvSpPr>
          <p:nvPr/>
        </p:nvSpPr>
        <p:spPr>
          <a:xfrm>
            <a:off x="1125990" y="5761026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303187" y="480874"/>
                </a:moveTo>
                <a:lnTo>
                  <a:pt x="1303187" y="1303187"/>
                </a:lnTo>
                <a:lnTo>
                  <a:pt x="480874" y="1303187"/>
                </a:lnTo>
                <a:lnTo>
                  <a:pt x="480874" y="1936813"/>
                </a:lnTo>
                <a:lnTo>
                  <a:pt x="1303187" y="1936813"/>
                </a:lnTo>
                <a:lnTo>
                  <a:pt x="1303187" y="2759126"/>
                </a:lnTo>
                <a:lnTo>
                  <a:pt x="1936813" y="2759126"/>
                </a:lnTo>
                <a:lnTo>
                  <a:pt x="1936813" y="1936813"/>
                </a:lnTo>
                <a:lnTo>
                  <a:pt x="2759126" y="1936813"/>
                </a:lnTo>
                <a:lnTo>
                  <a:pt x="2759126" y="1303187"/>
                </a:lnTo>
                <a:lnTo>
                  <a:pt x="1936813" y="1303187"/>
                </a:lnTo>
                <a:lnTo>
                  <a:pt x="1936813" y="480874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Oval 50">
            <a:extLst>
              <a:ext uri="{FF2B5EF4-FFF2-40B4-BE49-F238E27FC236}">
                <a16:creationId xmlns:a16="http://schemas.microsoft.com/office/drawing/2014/main" id="{23A1B384-E5B4-4AE2-AC95-535D00C7E884}"/>
              </a:ext>
            </a:extLst>
          </p:cNvPr>
          <p:cNvSpPr>
            <a:spLocks noChangeAspect="1"/>
          </p:cNvSpPr>
          <p:nvPr/>
        </p:nvSpPr>
        <p:spPr>
          <a:xfrm>
            <a:off x="1172672" y="3893740"/>
            <a:ext cx="318743" cy="360000"/>
          </a:xfrm>
          <a:custGeom>
            <a:avLst/>
            <a:gdLst/>
            <a:ahLst/>
            <a:cxnLst/>
            <a:rect l="l" t="t" r="r" b="b"/>
            <a:pathLst>
              <a:path w="2868687" h="3240000">
                <a:moveTo>
                  <a:pt x="1433799" y="2290728"/>
                </a:moveTo>
                <a:cubicBezTo>
                  <a:pt x="1317650" y="2346839"/>
                  <a:pt x="1203301" y="2394700"/>
                  <a:pt x="1093028" y="2434329"/>
                </a:cubicBezTo>
                <a:cubicBezTo>
                  <a:pt x="1167481" y="2812207"/>
                  <a:pt x="1292592" y="3060000"/>
                  <a:pt x="1434343" y="3060000"/>
                </a:cubicBezTo>
                <a:cubicBezTo>
                  <a:pt x="1576138" y="3060000"/>
                  <a:pt x="1701284" y="2812053"/>
                  <a:pt x="1774025" y="2433735"/>
                </a:cubicBezTo>
                <a:cubicBezTo>
                  <a:pt x="1663854" y="2394452"/>
                  <a:pt x="1549823" y="2346469"/>
                  <a:pt x="1433799" y="2290728"/>
                </a:cubicBezTo>
                <a:close/>
                <a:moveTo>
                  <a:pt x="1824954" y="2078037"/>
                </a:moveTo>
                <a:cubicBezTo>
                  <a:pt x="1794480" y="2097450"/>
                  <a:pt x="1763147" y="2116057"/>
                  <a:pt x="1731343" y="2134419"/>
                </a:cubicBezTo>
                <a:lnTo>
                  <a:pt x="1635415" y="2187161"/>
                </a:lnTo>
                <a:cubicBezTo>
                  <a:pt x="1691788" y="2215044"/>
                  <a:pt x="1747931" y="2239109"/>
                  <a:pt x="1803378" y="2259350"/>
                </a:cubicBezTo>
                <a:cubicBezTo>
                  <a:pt x="1812120" y="2201101"/>
                  <a:pt x="1819148" y="2140526"/>
                  <a:pt x="1824954" y="2078037"/>
                </a:cubicBezTo>
                <a:close/>
                <a:moveTo>
                  <a:pt x="1042306" y="2077178"/>
                </a:moveTo>
                <a:cubicBezTo>
                  <a:pt x="1047949" y="2140175"/>
                  <a:pt x="1055328" y="2201182"/>
                  <a:pt x="1063873" y="2259905"/>
                </a:cubicBezTo>
                <a:cubicBezTo>
                  <a:pt x="1119365" y="2238275"/>
                  <a:pt x="1176217" y="2214355"/>
                  <a:pt x="1233887" y="2187801"/>
                </a:cubicBezTo>
                <a:cubicBezTo>
                  <a:pt x="1201538" y="2170955"/>
                  <a:pt x="1169452" y="2152957"/>
                  <a:pt x="1137343" y="2134419"/>
                </a:cubicBezTo>
                <a:close/>
                <a:moveTo>
                  <a:pt x="559768" y="1732679"/>
                </a:moveTo>
                <a:cubicBezTo>
                  <a:pt x="268524" y="1984850"/>
                  <a:pt x="116369" y="2217202"/>
                  <a:pt x="187266" y="2340000"/>
                </a:cubicBezTo>
                <a:cubicBezTo>
                  <a:pt x="258144" y="2462764"/>
                  <a:pt x="535307" y="2447213"/>
                  <a:pt x="899736" y="2322555"/>
                </a:cubicBezTo>
                <a:cubicBezTo>
                  <a:pt x="878937" y="2207297"/>
                  <a:pt x="863223" y="2084405"/>
                  <a:pt x="853746" y="1955834"/>
                </a:cubicBezTo>
                <a:cubicBezTo>
                  <a:pt x="747454" y="1883220"/>
                  <a:pt x="648878" y="1808453"/>
                  <a:pt x="559768" y="1732679"/>
                </a:cubicBezTo>
                <a:close/>
                <a:moveTo>
                  <a:pt x="2309048" y="1730507"/>
                </a:moveTo>
                <a:cubicBezTo>
                  <a:pt x="2220666" y="1807660"/>
                  <a:pt x="2121792" y="1882664"/>
                  <a:pt x="2015235" y="1955625"/>
                </a:cubicBezTo>
                <a:cubicBezTo>
                  <a:pt x="2005364" y="2084180"/>
                  <a:pt x="1989894" y="2207119"/>
                  <a:pt x="1967330" y="2322070"/>
                </a:cubicBezTo>
                <a:lnTo>
                  <a:pt x="2081685" y="2358048"/>
                </a:lnTo>
                <a:cubicBezTo>
                  <a:pt x="2116015" y="2320492"/>
                  <a:pt x="2165526" y="2297468"/>
                  <a:pt x="2220415" y="2297468"/>
                </a:cubicBezTo>
                <a:cubicBezTo>
                  <a:pt x="2302230" y="2297468"/>
                  <a:pt x="2372097" y="2348622"/>
                  <a:pt x="2399287" y="2420880"/>
                </a:cubicBezTo>
                <a:cubicBezTo>
                  <a:pt x="2542053" y="2432945"/>
                  <a:pt x="2642630" y="2407186"/>
                  <a:pt x="2681420" y="2340000"/>
                </a:cubicBezTo>
                <a:cubicBezTo>
                  <a:pt x="2752393" y="2217071"/>
                  <a:pt x="2599836" y="1984353"/>
                  <a:pt x="2309048" y="1730507"/>
                </a:cubicBezTo>
                <a:close/>
                <a:moveTo>
                  <a:pt x="2026056" y="1510554"/>
                </a:moveTo>
                <a:cubicBezTo>
                  <a:pt x="2027893" y="1546708"/>
                  <a:pt x="2028343" y="1583211"/>
                  <a:pt x="2028343" y="1620000"/>
                </a:cubicBezTo>
                <a:lnTo>
                  <a:pt x="2024251" y="1730716"/>
                </a:lnTo>
                <a:lnTo>
                  <a:pt x="2173722" y="1619092"/>
                </a:lnTo>
                <a:cubicBezTo>
                  <a:pt x="2127526" y="1582190"/>
                  <a:pt x="2078507" y="1545517"/>
                  <a:pt x="2026056" y="1510554"/>
                </a:cubicBezTo>
                <a:close/>
                <a:moveTo>
                  <a:pt x="844436" y="1509285"/>
                </a:moveTo>
                <a:lnTo>
                  <a:pt x="694964" y="1620908"/>
                </a:lnTo>
                <a:cubicBezTo>
                  <a:pt x="741160" y="1657811"/>
                  <a:pt x="790179" y="1694484"/>
                  <a:pt x="842630" y="1729447"/>
                </a:cubicBezTo>
                <a:cubicBezTo>
                  <a:pt x="840793" y="1693293"/>
                  <a:pt x="840343" y="1656790"/>
                  <a:pt x="840343" y="1620000"/>
                </a:cubicBezTo>
                <a:close/>
                <a:moveTo>
                  <a:pt x="1434343" y="1361184"/>
                </a:moveTo>
                <a:cubicBezTo>
                  <a:pt x="1573534" y="1361184"/>
                  <a:pt x="1686371" y="1474021"/>
                  <a:pt x="1686371" y="1613212"/>
                </a:cubicBezTo>
                <a:cubicBezTo>
                  <a:pt x="1686371" y="1752403"/>
                  <a:pt x="1573534" y="1865240"/>
                  <a:pt x="1434343" y="1865240"/>
                </a:cubicBezTo>
                <a:cubicBezTo>
                  <a:pt x="1295152" y="1865240"/>
                  <a:pt x="1182315" y="1752403"/>
                  <a:pt x="1182315" y="1613212"/>
                </a:cubicBezTo>
                <a:cubicBezTo>
                  <a:pt x="1182315" y="1474021"/>
                  <a:pt x="1295152" y="1361184"/>
                  <a:pt x="1434343" y="1361184"/>
                </a:cubicBezTo>
                <a:close/>
                <a:moveTo>
                  <a:pt x="1433770" y="1149513"/>
                </a:moveTo>
                <a:cubicBezTo>
                  <a:pt x="1365445" y="1183896"/>
                  <a:pt x="1296585" y="1221489"/>
                  <a:pt x="1227343" y="1261466"/>
                </a:cubicBezTo>
                <a:lnTo>
                  <a:pt x="1027157" y="1384911"/>
                </a:lnTo>
                <a:cubicBezTo>
                  <a:pt x="1022222" y="1461370"/>
                  <a:pt x="1020343" y="1539922"/>
                  <a:pt x="1020343" y="1620000"/>
                </a:cubicBezTo>
                <a:lnTo>
                  <a:pt x="1028287" y="1855786"/>
                </a:lnTo>
                <a:cubicBezTo>
                  <a:pt x="1091680" y="1898065"/>
                  <a:pt x="1158394" y="1938727"/>
                  <a:pt x="1227343" y="1978535"/>
                </a:cubicBezTo>
                <a:lnTo>
                  <a:pt x="1434916" y="2090488"/>
                </a:lnTo>
                <a:cubicBezTo>
                  <a:pt x="1503241" y="2056105"/>
                  <a:pt x="1572101" y="2018511"/>
                  <a:pt x="1641343" y="1978535"/>
                </a:cubicBezTo>
                <a:lnTo>
                  <a:pt x="1841530" y="1855090"/>
                </a:lnTo>
                <a:cubicBezTo>
                  <a:pt x="1846464" y="1778631"/>
                  <a:pt x="1848343" y="1700079"/>
                  <a:pt x="1848343" y="1620000"/>
                </a:cubicBezTo>
                <a:lnTo>
                  <a:pt x="1840399" y="1384214"/>
                </a:lnTo>
                <a:cubicBezTo>
                  <a:pt x="1777006" y="1341936"/>
                  <a:pt x="1710293" y="1301274"/>
                  <a:pt x="1641343" y="1261466"/>
                </a:cubicBezTo>
                <a:close/>
                <a:moveTo>
                  <a:pt x="1065308" y="980650"/>
                </a:moveTo>
                <a:cubicBezTo>
                  <a:pt x="1056566" y="1038899"/>
                  <a:pt x="1049538" y="1099475"/>
                  <a:pt x="1043732" y="1161964"/>
                </a:cubicBezTo>
                <a:cubicBezTo>
                  <a:pt x="1074206" y="1142551"/>
                  <a:pt x="1105539" y="1123943"/>
                  <a:pt x="1137343" y="1105581"/>
                </a:cubicBezTo>
                <a:lnTo>
                  <a:pt x="1233271" y="1052839"/>
                </a:lnTo>
                <a:cubicBezTo>
                  <a:pt x="1176898" y="1024957"/>
                  <a:pt x="1120756" y="1000892"/>
                  <a:pt x="1065308" y="980650"/>
                </a:cubicBezTo>
                <a:close/>
                <a:moveTo>
                  <a:pt x="1804814" y="980095"/>
                </a:moveTo>
                <a:cubicBezTo>
                  <a:pt x="1749321" y="1001726"/>
                  <a:pt x="1692469" y="1025646"/>
                  <a:pt x="1634800" y="1052200"/>
                </a:cubicBezTo>
                <a:cubicBezTo>
                  <a:pt x="1667149" y="1069046"/>
                  <a:pt x="1699234" y="1087043"/>
                  <a:pt x="1731343" y="1105581"/>
                </a:cubicBezTo>
                <a:lnTo>
                  <a:pt x="1826380" y="1162822"/>
                </a:lnTo>
                <a:cubicBezTo>
                  <a:pt x="1820738" y="1099825"/>
                  <a:pt x="1813359" y="1038819"/>
                  <a:pt x="1804814" y="980095"/>
                </a:cubicBezTo>
                <a:close/>
                <a:moveTo>
                  <a:pt x="2432236" y="816002"/>
                </a:moveTo>
                <a:cubicBezTo>
                  <a:pt x="2308930" y="820546"/>
                  <a:pt x="2149627" y="855445"/>
                  <a:pt x="1968950" y="917446"/>
                </a:cubicBezTo>
                <a:cubicBezTo>
                  <a:pt x="1989749" y="1032703"/>
                  <a:pt x="2005463" y="1155596"/>
                  <a:pt x="2014941" y="1284167"/>
                </a:cubicBezTo>
                <a:cubicBezTo>
                  <a:pt x="2121232" y="1356780"/>
                  <a:pt x="2219808" y="1431548"/>
                  <a:pt x="2308918" y="1507322"/>
                </a:cubicBezTo>
                <a:cubicBezTo>
                  <a:pt x="2600162" y="1255150"/>
                  <a:pt x="2752317" y="1022798"/>
                  <a:pt x="2681420" y="900000"/>
                </a:cubicBezTo>
                <a:cubicBezTo>
                  <a:pt x="2645694" y="838121"/>
                  <a:pt x="2557557" y="811383"/>
                  <a:pt x="2432236" y="816002"/>
                </a:cubicBezTo>
                <a:close/>
                <a:moveTo>
                  <a:pt x="436450" y="816001"/>
                </a:moveTo>
                <a:cubicBezTo>
                  <a:pt x="311129" y="811383"/>
                  <a:pt x="222992" y="838121"/>
                  <a:pt x="187266" y="900000"/>
                </a:cubicBezTo>
                <a:cubicBezTo>
                  <a:pt x="158404" y="949991"/>
                  <a:pt x="166508" y="1018139"/>
                  <a:pt x="206887" y="1097970"/>
                </a:cubicBezTo>
                <a:cubicBezTo>
                  <a:pt x="213842" y="1096217"/>
                  <a:pt x="221021" y="1095812"/>
                  <a:pt x="228294" y="1095812"/>
                </a:cubicBezTo>
                <a:cubicBezTo>
                  <a:pt x="334372" y="1095812"/>
                  <a:pt x="420366" y="1181806"/>
                  <a:pt x="420366" y="1287884"/>
                </a:cubicBezTo>
                <a:cubicBezTo>
                  <a:pt x="420366" y="1314219"/>
                  <a:pt x="415066" y="1339317"/>
                  <a:pt x="405427" y="1362148"/>
                </a:cubicBezTo>
                <a:cubicBezTo>
                  <a:pt x="450585" y="1410442"/>
                  <a:pt x="502437" y="1459559"/>
                  <a:pt x="559639" y="1509493"/>
                </a:cubicBezTo>
                <a:cubicBezTo>
                  <a:pt x="648020" y="1432341"/>
                  <a:pt x="746894" y="1357336"/>
                  <a:pt x="853451" y="1284376"/>
                </a:cubicBezTo>
                <a:cubicBezTo>
                  <a:pt x="863322" y="1155820"/>
                  <a:pt x="878792" y="1032881"/>
                  <a:pt x="901357" y="917930"/>
                </a:cubicBezTo>
                <a:cubicBezTo>
                  <a:pt x="719999" y="855651"/>
                  <a:pt x="560119" y="820559"/>
                  <a:pt x="436450" y="816001"/>
                </a:cubicBezTo>
                <a:close/>
                <a:moveTo>
                  <a:pt x="1434343" y="180000"/>
                </a:moveTo>
                <a:cubicBezTo>
                  <a:pt x="1292548" y="180000"/>
                  <a:pt x="1167402" y="427948"/>
                  <a:pt x="1094661" y="806265"/>
                </a:cubicBezTo>
                <a:cubicBezTo>
                  <a:pt x="1204832" y="845548"/>
                  <a:pt x="1318864" y="893532"/>
                  <a:pt x="1434887" y="949272"/>
                </a:cubicBezTo>
                <a:cubicBezTo>
                  <a:pt x="1551037" y="893162"/>
                  <a:pt x="1665385" y="845301"/>
                  <a:pt x="1775658" y="805671"/>
                </a:cubicBezTo>
                <a:cubicBezTo>
                  <a:pt x="1751860" y="684885"/>
                  <a:pt x="1722886" y="577390"/>
                  <a:pt x="1688823" y="487405"/>
                </a:cubicBezTo>
                <a:cubicBezTo>
                  <a:pt x="1688009" y="487647"/>
                  <a:pt x="1687191" y="487652"/>
                  <a:pt x="1686371" y="487652"/>
                </a:cubicBezTo>
                <a:cubicBezTo>
                  <a:pt x="1580293" y="487652"/>
                  <a:pt x="1494299" y="401658"/>
                  <a:pt x="1494299" y="295580"/>
                </a:cubicBezTo>
                <a:cubicBezTo>
                  <a:pt x="1494299" y="264819"/>
                  <a:pt x="1501530" y="235747"/>
                  <a:pt x="1516122" y="210837"/>
                </a:cubicBezTo>
                <a:cubicBezTo>
                  <a:pt x="1490583" y="189985"/>
                  <a:pt x="1462798" y="180000"/>
                  <a:pt x="1434343" y="180000"/>
                </a:cubicBezTo>
                <a:close/>
                <a:moveTo>
                  <a:pt x="1434343" y="0"/>
                </a:moveTo>
                <a:cubicBezTo>
                  <a:pt x="1509303" y="0"/>
                  <a:pt x="1581019" y="37868"/>
                  <a:pt x="1646062" y="107907"/>
                </a:cubicBezTo>
                <a:cubicBezTo>
                  <a:pt x="1659037" y="104972"/>
                  <a:pt x="1672533" y="103508"/>
                  <a:pt x="1686371" y="103508"/>
                </a:cubicBezTo>
                <a:cubicBezTo>
                  <a:pt x="1792449" y="103508"/>
                  <a:pt x="1878443" y="189502"/>
                  <a:pt x="1878443" y="295580"/>
                </a:cubicBezTo>
                <a:cubicBezTo>
                  <a:pt x="1878443" y="342831"/>
                  <a:pt x="1861381" y="386097"/>
                  <a:pt x="1831228" y="417985"/>
                </a:cubicBezTo>
                <a:cubicBezTo>
                  <a:pt x="1871860" y="515668"/>
                  <a:pt x="1906636" y="628220"/>
                  <a:pt x="1935357" y="752219"/>
                </a:cubicBezTo>
                <a:cubicBezTo>
                  <a:pt x="2379384" y="616814"/>
                  <a:pt x="2731816" y="627289"/>
                  <a:pt x="2837304" y="810000"/>
                </a:cubicBezTo>
                <a:cubicBezTo>
                  <a:pt x="2942793" y="992711"/>
                  <a:pt x="2775650" y="1303161"/>
                  <a:pt x="2436521" y="1620139"/>
                </a:cubicBezTo>
                <a:cubicBezTo>
                  <a:pt x="2775698" y="1936928"/>
                  <a:pt x="2942777" y="2247316"/>
                  <a:pt x="2837304" y="2430000"/>
                </a:cubicBezTo>
                <a:cubicBezTo>
                  <a:pt x="2771439" y="2544083"/>
                  <a:pt x="2609300" y="2591017"/>
                  <a:pt x="2388706" y="2577188"/>
                </a:cubicBezTo>
                <a:cubicBezTo>
                  <a:pt x="2358753" y="2639691"/>
                  <a:pt x="2294480" y="2681612"/>
                  <a:pt x="2220415" y="2681612"/>
                </a:cubicBezTo>
                <a:cubicBezTo>
                  <a:pt x="2122541" y="2681612"/>
                  <a:pt x="2041764" y="2608405"/>
                  <a:pt x="2030773" y="2513644"/>
                </a:cubicBezTo>
                <a:cubicBezTo>
                  <a:pt x="1999304" y="2506661"/>
                  <a:pt x="1967635" y="2497623"/>
                  <a:pt x="1935485" y="2487821"/>
                </a:cubicBezTo>
                <a:cubicBezTo>
                  <a:pt x="1830610" y="2940018"/>
                  <a:pt x="1645322" y="3240000"/>
                  <a:pt x="1434343" y="3240000"/>
                </a:cubicBezTo>
                <a:cubicBezTo>
                  <a:pt x="1223366" y="3240000"/>
                  <a:pt x="1038079" y="2940023"/>
                  <a:pt x="933330" y="2487781"/>
                </a:cubicBezTo>
                <a:cubicBezTo>
                  <a:pt x="489302" y="2623186"/>
                  <a:pt x="136870" y="2612712"/>
                  <a:pt x="31382" y="2430000"/>
                </a:cubicBezTo>
                <a:cubicBezTo>
                  <a:pt x="-74106" y="2247290"/>
                  <a:pt x="93037" y="1936840"/>
                  <a:pt x="432165" y="1619862"/>
                </a:cubicBezTo>
                <a:cubicBezTo>
                  <a:pt x="378689" y="1569916"/>
                  <a:pt x="329491" y="1520128"/>
                  <a:pt x="285801" y="1470219"/>
                </a:cubicBezTo>
                <a:cubicBezTo>
                  <a:pt x="267844" y="1476857"/>
                  <a:pt x="248431" y="1479956"/>
                  <a:pt x="228294" y="1479956"/>
                </a:cubicBezTo>
                <a:cubicBezTo>
                  <a:pt x="122216" y="1479956"/>
                  <a:pt x="36222" y="1393962"/>
                  <a:pt x="36222" y="1287884"/>
                </a:cubicBezTo>
                <a:cubicBezTo>
                  <a:pt x="36222" y="1246866"/>
                  <a:pt x="49080" y="1208850"/>
                  <a:pt x="73868" y="1179672"/>
                </a:cubicBezTo>
                <a:cubicBezTo>
                  <a:pt x="-4733" y="1033688"/>
                  <a:pt x="-23287" y="904690"/>
                  <a:pt x="31382" y="810000"/>
                </a:cubicBezTo>
                <a:cubicBezTo>
                  <a:pt x="136860" y="627306"/>
                  <a:pt x="489234" y="616816"/>
                  <a:pt x="933201" y="752179"/>
                </a:cubicBezTo>
                <a:cubicBezTo>
                  <a:pt x="1038076" y="299982"/>
                  <a:pt x="1223365" y="0"/>
                  <a:pt x="1434343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Heart 17">
            <a:extLst>
              <a:ext uri="{FF2B5EF4-FFF2-40B4-BE49-F238E27FC236}">
                <a16:creationId xmlns:a16="http://schemas.microsoft.com/office/drawing/2014/main" id="{F9EDDD62-5A4F-4FE0-A112-2B7D7A7D94F7}"/>
              </a:ext>
            </a:extLst>
          </p:cNvPr>
          <p:cNvSpPr/>
          <p:nvPr/>
        </p:nvSpPr>
        <p:spPr>
          <a:xfrm>
            <a:off x="2897333" y="3905624"/>
            <a:ext cx="340626" cy="333972"/>
          </a:xfrm>
          <a:custGeom>
            <a:avLst/>
            <a:gdLst/>
            <a:ahLst/>
            <a:cxnLst/>
            <a:rect l="l" t="t" r="r" b="b"/>
            <a:pathLst>
              <a:path w="3263621" h="3199863">
                <a:moveTo>
                  <a:pt x="1896188" y="786599"/>
                </a:moveTo>
                <a:cubicBezTo>
                  <a:pt x="1878938" y="786251"/>
                  <a:pt x="1861335" y="789280"/>
                  <a:pt x="1844305" y="796082"/>
                </a:cubicBezTo>
                <a:cubicBezTo>
                  <a:pt x="1792333" y="816839"/>
                  <a:pt x="1760707" y="866742"/>
                  <a:pt x="1761231" y="919486"/>
                </a:cubicBezTo>
                <a:lnTo>
                  <a:pt x="1573886" y="1618665"/>
                </a:lnTo>
                <a:lnTo>
                  <a:pt x="1438574" y="1113672"/>
                </a:lnTo>
                <a:cubicBezTo>
                  <a:pt x="1424335" y="1060531"/>
                  <a:pt x="1379808" y="1023594"/>
                  <a:pt x="1328543" y="1016456"/>
                </a:cubicBezTo>
                <a:cubicBezTo>
                  <a:pt x="1320071" y="1015276"/>
                  <a:pt x="1311415" y="1014911"/>
                  <a:pt x="1302836" y="1018067"/>
                </a:cubicBezTo>
                <a:lnTo>
                  <a:pt x="1300556" y="1017667"/>
                </a:lnTo>
                <a:cubicBezTo>
                  <a:pt x="1298914" y="1017711"/>
                  <a:pt x="1297275" y="1017786"/>
                  <a:pt x="1295680" y="1018515"/>
                </a:cubicBezTo>
                <a:lnTo>
                  <a:pt x="1275904" y="1019755"/>
                </a:lnTo>
                <a:cubicBezTo>
                  <a:pt x="1273459" y="1020410"/>
                  <a:pt x="1271049" y="1021129"/>
                  <a:pt x="1269080" y="1023145"/>
                </a:cubicBezTo>
                <a:cubicBezTo>
                  <a:pt x="1229892" y="1033156"/>
                  <a:pt x="1196286" y="1061513"/>
                  <a:pt x="1180414" y="1102068"/>
                </a:cubicBezTo>
                <a:lnTo>
                  <a:pt x="902406" y="1812437"/>
                </a:lnTo>
                <a:lnTo>
                  <a:pt x="612897" y="1812437"/>
                </a:lnTo>
                <a:cubicBezTo>
                  <a:pt x="539543" y="1812437"/>
                  <a:pt x="480078" y="1871902"/>
                  <a:pt x="480078" y="1945256"/>
                </a:cubicBezTo>
                <a:cubicBezTo>
                  <a:pt x="480078" y="2018610"/>
                  <a:pt x="539543" y="2078075"/>
                  <a:pt x="612897" y="2078075"/>
                </a:cubicBezTo>
                <a:lnTo>
                  <a:pt x="966673" y="2078075"/>
                </a:lnTo>
                <a:cubicBezTo>
                  <a:pt x="1008666" y="2088839"/>
                  <a:pt x="1051924" y="2075535"/>
                  <a:pt x="1081835" y="2045978"/>
                </a:cubicBezTo>
                <a:cubicBezTo>
                  <a:pt x="1105846" y="2028294"/>
                  <a:pt x="1122213" y="2001701"/>
                  <a:pt x="1125659" y="1970866"/>
                </a:cubicBezTo>
                <a:lnTo>
                  <a:pt x="1284498" y="1565001"/>
                </a:lnTo>
                <a:lnTo>
                  <a:pt x="1443089" y="2156868"/>
                </a:lnTo>
                <a:cubicBezTo>
                  <a:pt x="1455914" y="2204733"/>
                  <a:pt x="1493311" y="2239452"/>
                  <a:pt x="1538593" y="2249086"/>
                </a:cubicBezTo>
                <a:lnTo>
                  <a:pt x="1542015" y="2250785"/>
                </a:lnTo>
                <a:cubicBezTo>
                  <a:pt x="1542604" y="2250943"/>
                  <a:pt x="1543193" y="2251097"/>
                  <a:pt x="1543870" y="2250902"/>
                </a:cubicBezTo>
                <a:cubicBezTo>
                  <a:pt x="1553422" y="2254514"/>
                  <a:pt x="1563610" y="2255524"/>
                  <a:pt x="1573886" y="2252783"/>
                </a:cubicBezTo>
                <a:cubicBezTo>
                  <a:pt x="1584162" y="2255524"/>
                  <a:pt x="1594351" y="2254515"/>
                  <a:pt x="1603903" y="2250901"/>
                </a:cubicBezTo>
                <a:lnTo>
                  <a:pt x="1605758" y="2250785"/>
                </a:lnTo>
                <a:cubicBezTo>
                  <a:pt x="1606974" y="2250459"/>
                  <a:pt x="1608181" y="2250118"/>
                  <a:pt x="1609178" y="2249086"/>
                </a:cubicBezTo>
                <a:cubicBezTo>
                  <a:pt x="1654461" y="2239453"/>
                  <a:pt x="1691859" y="2204734"/>
                  <a:pt x="1704684" y="2156868"/>
                </a:cubicBezTo>
                <a:lnTo>
                  <a:pt x="1921541" y="1347547"/>
                </a:lnTo>
                <a:lnTo>
                  <a:pt x="2181705" y="1998928"/>
                </a:lnTo>
                <a:cubicBezTo>
                  <a:pt x="2205326" y="2058070"/>
                  <a:pt x="2266689" y="2090865"/>
                  <a:pt x="2326593" y="2078075"/>
                </a:cubicBezTo>
                <a:lnTo>
                  <a:pt x="2671200" y="2078075"/>
                </a:lnTo>
                <a:cubicBezTo>
                  <a:pt x="2744554" y="2078075"/>
                  <a:pt x="2804019" y="2018610"/>
                  <a:pt x="2804019" y="1945256"/>
                </a:cubicBezTo>
                <a:cubicBezTo>
                  <a:pt x="2804019" y="1871902"/>
                  <a:pt x="2744554" y="1812437"/>
                  <a:pt x="2671200" y="1812437"/>
                </a:cubicBezTo>
                <a:lnTo>
                  <a:pt x="2393261" y="1812437"/>
                </a:lnTo>
                <a:lnTo>
                  <a:pt x="2016914" y="870162"/>
                </a:lnTo>
                <a:cubicBezTo>
                  <a:pt x="1996508" y="819071"/>
                  <a:pt x="1947937" y="787642"/>
                  <a:pt x="1896188" y="786599"/>
                </a:cubicBezTo>
                <a:close/>
                <a:moveTo>
                  <a:pt x="773454" y="106"/>
                </a:moveTo>
                <a:cubicBezTo>
                  <a:pt x="1097282" y="5742"/>
                  <a:pt x="1441967" y="238301"/>
                  <a:pt x="1631811" y="769863"/>
                </a:cubicBezTo>
                <a:cubicBezTo>
                  <a:pt x="2306811" y="-1120137"/>
                  <a:pt x="4939311" y="769863"/>
                  <a:pt x="1631811" y="3199863"/>
                </a:cubicBezTo>
                <a:cubicBezTo>
                  <a:pt x="-745455" y="1453301"/>
                  <a:pt x="-54107" y="-14297"/>
                  <a:pt x="773454" y="106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Rounded Rectangle 25">
            <a:extLst>
              <a:ext uri="{FF2B5EF4-FFF2-40B4-BE49-F238E27FC236}">
                <a16:creationId xmlns:a16="http://schemas.microsoft.com/office/drawing/2014/main" id="{7E2A2F55-82B6-4BC1-9C13-4F6F36F9FD6C}"/>
              </a:ext>
            </a:extLst>
          </p:cNvPr>
          <p:cNvSpPr/>
          <p:nvPr/>
        </p:nvSpPr>
        <p:spPr>
          <a:xfrm>
            <a:off x="2309920" y="3931241"/>
            <a:ext cx="338160" cy="284999"/>
          </a:xfrm>
          <a:custGeom>
            <a:avLst/>
            <a:gdLst/>
            <a:ahLst/>
            <a:cxnLst/>
            <a:rect l="l" t="t" r="r" b="b"/>
            <a:pathLst>
              <a:path w="3240000" h="2730652">
                <a:moveTo>
                  <a:pt x="1452811" y="1541940"/>
                </a:moveTo>
                <a:lnTo>
                  <a:pt x="1452811" y="1831951"/>
                </a:lnTo>
                <a:lnTo>
                  <a:pt x="1162800" y="1831951"/>
                </a:lnTo>
                <a:lnTo>
                  <a:pt x="1162800" y="2166329"/>
                </a:lnTo>
                <a:lnTo>
                  <a:pt x="1452811" y="2166329"/>
                </a:lnTo>
                <a:lnTo>
                  <a:pt x="1452811" y="2456340"/>
                </a:lnTo>
                <a:lnTo>
                  <a:pt x="1787189" y="2456340"/>
                </a:lnTo>
                <a:lnTo>
                  <a:pt x="1787189" y="2166329"/>
                </a:lnTo>
                <a:lnTo>
                  <a:pt x="2077200" y="2166329"/>
                </a:lnTo>
                <a:lnTo>
                  <a:pt x="2077200" y="1831951"/>
                </a:lnTo>
                <a:lnTo>
                  <a:pt x="1787189" y="1831951"/>
                </a:lnTo>
                <a:lnTo>
                  <a:pt x="1787189" y="1541940"/>
                </a:lnTo>
                <a:close/>
                <a:moveTo>
                  <a:pt x="0" y="1278453"/>
                </a:moveTo>
                <a:lnTo>
                  <a:pt x="3240000" y="1278453"/>
                </a:lnTo>
                <a:lnTo>
                  <a:pt x="3240000" y="2376509"/>
                </a:lnTo>
                <a:cubicBezTo>
                  <a:pt x="3240000" y="2572097"/>
                  <a:pt x="3081445" y="2730652"/>
                  <a:pt x="2885857" y="2730652"/>
                </a:cubicBezTo>
                <a:lnTo>
                  <a:pt x="354143" y="2730652"/>
                </a:lnTo>
                <a:cubicBezTo>
                  <a:pt x="158555" y="2730652"/>
                  <a:pt x="0" y="2572097"/>
                  <a:pt x="0" y="2376509"/>
                </a:cubicBezTo>
                <a:close/>
                <a:moveTo>
                  <a:pt x="1001150" y="200505"/>
                </a:moveTo>
                <a:cubicBezTo>
                  <a:pt x="933045" y="200505"/>
                  <a:pt x="877834" y="255715"/>
                  <a:pt x="877834" y="323821"/>
                </a:cubicBezTo>
                <a:lnTo>
                  <a:pt x="877834" y="605836"/>
                </a:lnTo>
                <a:lnTo>
                  <a:pt x="2362163" y="605836"/>
                </a:lnTo>
                <a:lnTo>
                  <a:pt x="2362163" y="323821"/>
                </a:lnTo>
                <a:cubicBezTo>
                  <a:pt x="2362163" y="255715"/>
                  <a:pt x="2306952" y="200505"/>
                  <a:pt x="2238846" y="200505"/>
                </a:cubicBezTo>
                <a:close/>
                <a:moveTo>
                  <a:pt x="843301" y="0"/>
                </a:moveTo>
                <a:lnTo>
                  <a:pt x="2396696" y="0"/>
                </a:lnTo>
                <a:cubicBezTo>
                  <a:pt x="2488075" y="0"/>
                  <a:pt x="2562152" y="74077"/>
                  <a:pt x="2562152" y="165456"/>
                </a:cubicBezTo>
                <a:lnTo>
                  <a:pt x="2562152" y="605836"/>
                </a:lnTo>
                <a:lnTo>
                  <a:pt x="2885857" y="605836"/>
                </a:lnTo>
                <a:cubicBezTo>
                  <a:pt x="3081445" y="605836"/>
                  <a:pt x="3240000" y="764391"/>
                  <a:pt x="3240000" y="959979"/>
                </a:cubicBezTo>
                <a:lnTo>
                  <a:pt x="3240000" y="1134437"/>
                </a:lnTo>
                <a:lnTo>
                  <a:pt x="0" y="1134437"/>
                </a:lnTo>
                <a:lnTo>
                  <a:pt x="0" y="959979"/>
                </a:lnTo>
                <a:cubicBezTo>
                  <a:pt x="0" y="764391"/>
                  <a:pt x="158555" y="605836"/>
                  <a:pt x="354143" y="605836"/>
                </a:cubicBezTo>
                <a:lnTo>
                  <a:pt x="677845" y="605836"/>
                </a:lnTo>
                <a:lnTo>
                  <a:pt x="677845" y="165456"/>
                </a:lnTo>
                <a:cubicBezTo>
                  <a:pt x="677845" y="74077"/>
                  <a:pt x="751923" y="0"/>
                  <a:pt x="843301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Chord 32">
            <a:extLst>
              <a:ext uri="{FF2B5EF4-FFF2-40B4-BE49-F238E27FC236}">
                <a16:creationId xmlns:a16="http://schemas.microsoft.com/office/drawing/2014/main" id="{85AFF65B-A37F-46E0-8AEA-44E3433D9FF0}"/>
              </a:ext>
            </a:extLst>
          </p:cNvPr>
          <p:cNvSpPr/>
          <p:nvPr/>
        </p:nvSpPr>
        <p:spPr>
          <a:xfrm>
            <a:off x="1732363" y="3906143"/>
            <a:ext cx="338160" cy="335194"/>
          </a:xfrm>
          <a:custGeom>
            <a:avLst/>
            <a:gdLst/>
            <a:ahLst/>
            <a:cxnLst/>
            <a:rect l="l" t="t" r="r" b="b"/>
            <a:pathLst>
              <a:path w="3240000" h="3211580">
                <a:moveTo>
                  <a:pt x="991906" y="2959580"/>
                </a:moveTo>
                <a:lnTo>
                  <a:pt x="2193254" y="2959580"/>
                </a:lnTo>
                <a:cubicBezTo>
                  <a:pt x="2215674" y="2959580"/>
                  <a:pt x="2233849" y="2977755"/>
                  <a:pt x="2233849" y="3000175"/>
                </a:cubicBezTo>
                <a:lnTo>
                  <a:pt x="2233849" y="3170985"/>
                </a:lnTo>
                <a:cubicBezTo>
                  <a:pt x="2233849" y="3193405"/>
                  <a:pt x="2215674" y="3211580"/>
                  <a:pt x="2193254" y="3211580"/>
                </a:cubicBezTo>
                <a:lnTo>
                  <a:pt x="991906" y="3211580"/>
                </a:lnTo>
                <a:cubicBezTo>
                  <a:pt x="969486" y="3211580"/>
                  <a:pt x="951311" y="3193405"/>
                  <a:pt x="951311" y="3170985"/>
                </a:cubicBezTo>
                <a:lnTo>
                  <a:pt x="951311" y="3000175"/>
                </a:lnTo>
                <a:cubicBezTo>
                  <a:pt x="951311" y="2977755"/>
                  <a:pt x="969486" y="2959580"/>
                  <a:pt x="991906" y="2959580"/>
                </a:cubicBezTo>
                <a:close/>
                <a:moveTo>
                  <a:pt x="1439043" y="1763796"/>
                </a:moveTo>
                <a:lnTo>
                  <a:pt x="1439043" y="2067459"/>
                </a:lnTo>
                <a:lnTo>
                  <a:pt x="1135380" y="2067459"/>
                </a:lnTo>
                <a:lnTo>
                  <a:pt x="1135380" y="2374533"/>
                </a:lnTo>
                <a:lnTo>
                  <a:pt x="1439043" y="2374533"/>
                </a:lnTo>
                <a:lnTo>
                  <a:pt x="1439043" y="2678196"/>
                </a:lnTo>
                <a:lnTo>
                  <a:pt x="1746117" y="2678196"/>
                </a:lnTo>
                <a:lnTo>
                  <a:pt x="1746117" y="2374533"/>
                </a:lnTo>
                <a:lnTo>
                  <a:pt x="2049780" y="2374533"/>
                </a:lnTo>
                <a:lnTo>
                  <a:pt x="2049780" y="2067459"/>
                </a:lnTo>
                <a:lnTo>
                  <a:pt x="1746117" y="2067459"/>
                </a:lnTo>
                <a:lnTo>
                  <a:pt x="1746117" y="1763796"/>
                </a:lnTo>
                <a:close/>
                <a:moveTo>
                  <a:pt x="128358" y="1541040"/>
                </a:moveTo>
                <a:lnTo>
                  <a:pt x="3056915" y="1550917"/>
                </a:lnTo>
                <a:cubicBezTo>
                  <a:pt x="3061111" y="2078028"/>
                  <a:pt x="2781683" y="2566719"/>
                  <a:pt x="2325284" y="2830467"/>
                </a:cubicBezTo>
                <a:lnTo>
                  <a:pt x="2182018" y="2900953"/>
                </a:lnTo>
                <a:lnTo>
                  <a:pt x="1002135" y="2900953"/>
                </a:lnTo>
                <a:cubicBezTo>
                  <a:pt x="950374" y="2879821"/>
                  <a:pt x="900231" y="2854191"/>
                  <a:pt x="851341" y="2825496"/>
                </a:cubicBezTo>
                <a:cubicBezTo>
                  <a:pt x="396732" y="2558675"/>
                  <a:pt x="120607" y="2068110"/>
                  <a:pt x="128358" y="1541040"/>
                </a:cubicBezTo>
                <a:close/>
                <a:moveTo>
                  <a:pt x="61067" y="1230414"/>
                </a:moveTo>
                <a:lnTo>
                  <a:pt x="3178933" y="1230414"/>
                </a:lnTo>
                <a:cubicBezTo>
                  <a:pt x="3212659" y="1230414"/>
                  <a:pt x="3240000" y="1257755"/>
                  <a:pt x="3240000" y="1291481"/>
                </a:cubicBezTo>
                <a:lnTo>
                  <a:pt x="3240000" y="1421347"/>
                </a:lnTo>
                <a:cubicBezTo>
                  <a:pt x="3240000" y="1455073"/>
                  <a:pt x="3212659" y="1482414"/>
                  <a:pt x="3178933" y="1482414"/>
                </a:cubicBezTo>
                <a:lnTo>
                  <a:pt x="61067" y="1482414"/>
                </a:lnTo>
                <a:cubicBezTo>
                  <a:pt x="27341" y="1482414"/>
                  <a:pt x="0" y="1455073"/>
                  <a:pt x="0" y="1421347"/>
                </a:cubicBezTo>
                <a:lnTo>
                  <a:pt x="0" y="1291481"/>
                </a:lnTo>
                <a:cubicBezTo>
                  <a:pt x="0" y="1257755"/>
                  <a:pt x="27341" y="1230414"/>
                  <a:pt x="61067" y="1230414"/>
                </a:cubicBezTo>
                <a:close/>
                <a:moveTo>
                  <a:pt x="2481726" y="315922"/>
                </a:moveTo>
                <a:lnTo>
                  <a:pt x="2862412" y="696608"/>
                </a:lnTo>
                <a:lnTo>
                  <a:pt x="2420437" y="1138584"/>
                </a:lnTo>
                <a:lnTo>
                  <a:pt x="1659064" y="1138584"/>
                </a:lnTo>
                <a:close/>
                <a:moveTo>
                  <a:pt x="2730827" y="0"/>
                </a:moveTo>
                <a:cubicBezTo>
                  <a:pt x="2765703" y="0"/>
                  <a:pt x="2800581" y="13305"/>
                  <a:pt x="2827191" y="39915"/>
                </a:cubicBezTo>
                <a:lnTo>
                  <a:pt x="3143636" y="356360"/>
                </a:lnTo>
                <a:cubicBezTo>
                  <a:pt x="3196857" y="409581"/>
                  <a:pt x="3196857" y="495868"/>
                  <a:pt x="3143636" y="549088"/>
                </a:cubicBezTo>
                <a:lnTo>
                  <a:pt x="3082882" y="609843"/>
                </a:lnTo>
                <a:cubicBezTo>
                  <a:pt x="3029661" y="663063"/>
                  <a:pt x="2943375" y="663064"/>
                  <a:pt x="2890155" y="609843"/>
                </a:cubicBezTo>
                <a:lnTo>
                  <a:pt x="2573708" y="293397"/>
                </a:lnTo>
                <a:cubicBezTo>
                  <a:pt x="2520488" y="240176"/>
                  <a:pt x="2520488" y="153889"/>
                  <a:pt x="2573708" y="100669"/>
                </a:cubicBezTo>
                <a:lnTo>
                  <a:pt x="2634463" y="39914"/>
                </a:lnTo>
                <a:cubicBezTo>
                  <a:pt x="2661073" y="13305"/>
                  <a:pt x="2695950" y="0"/>
                  <a:pt x="2730827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Rounded Rectangle 40">
            <a:extLst>
              <a:ext uri="{FF2B5EF4-FFF2-40B4-BE49-F238E27FC236}">
                <a16:creationId xmlns:a16="http://schemas.microsoft.com/office/drawing/2014/main" id="{A84EF30B-D316-4BD5-8255-80104C8E3008}"/>
              </a:ext>
            </a:extLst>
          </p:cNvPr>
          <p:cNvSpPr/>
          <p:nvPr/>
        </p:nvSpPr>
        <p:spPr>
          <a:xfrm rot="2942052">
            <a:off x="3435837" y="3906539"/>
            <a:ext cx="314333" cy="334403"/>
          </a:xfrm>
          <a:custGeom>
            <a:avLst/>
            <a:gdLst/>
            <a:ahLst/>
            <a:cxnLst/>
            <a:rect l="l" t="t" r="r" b="b"/>
            <a:pathLst>
              <a:path w="3011706" h="3204001">
                <a:moveTo>
                  <a:pt x="2432249" y="1011942"/>
                </a:moveTo>
                <a:cubicBezTo>
                  <a:pt x="2423608" y="1019482"/>
                  <a:pt x="2416303" y="1028841"/>
                  <a:pt x="2410966" y="1039800"/>
                </a:cubicBezTo>
                <a:lnTo>
                  <a:pt x="1969837" y="1945620"/>
                </a:lnTo>
                <a:cubicBezTo>
                  <a:pt x="1948488" y="1989457"/>
                  <a:pt x="1966719" y="2042300"/>
                  <a:pt x="2010556" y="2063648"/>
                </a:cubicBezTo>
                <a:cubicBezTo>
                  <a:pt x="2054392" y="2084996"/>
                  <a:pt x="2107235" y="2066766"/>
                  <a:pt x="2128583" y="2022929"/>
                </a:cubicBezTo>
                <a:lnTo>
                  <a:pt x="2569712" y="1117109"/>
                </a:lnTo>
                <a:cubicBezTo>
                  <a:pt x="2591061" y="1073271"/>
                  <a:pt x="2572830" y="1020430"/>
                  <a:pt x="2528993" y="999081"/>
                </a:cubicBezTo>
                <a:cubicBezTo>
                  <a:pt x="2496115" y="983070"/>
                  <a:pt x="2458172" y="989322"/>
                  <a:pt x="2432249" y="1011942"/>
                </a:cubicBezTo>
                <a:close/>
                <a:moveTo>
                  <a:pt x="1709549" y="1044955"/>
                </a:moveTo>
                <a:cubicBezTo>
                  <a:pt x="1978186" y="735551"/>
                  <a:pt x="2446780" y="702502"/>
                  <a:pt x="2756184" y="971139"/>
                </a:cubicBezTo>
                <a:cubicBezTo>
                  <a:pt x="3065588" y="1239776"/>
                  <a:pt x="3098636" y="1708370"/>
                  <a:pt x="2830000" y="2017774"/>
                </a:cubicBezTo>
                <a:cubicBezTo>
                  <a:pt x="2561363" y="2327178"/>
                  <a:pt x="2092769" y="2360227"/>
                  <a:pt x="1783365" y="2091590"/>
                </a:cubicBezTo>
                <a:cubicBezTo>
                  <a:pt x="1473960" y="1822953"/>
                  <a:pt x="1440912" y="1354359"/>
                  <a:pt x="1709549" y="1044955"/>
                </a:cubicBezTo>
                <a:close/>
                <a:moveTo>
                  <a:pt x="208197" y="1872243"/>
                </a:moveTo>
                <a:cubicBezTo>
                  <a:pt x="195168" y="1885273"/>
                  <a:pt x="187109" y="1903273"/>
                  <a:pt x="187109" y="1923155"/>
                </a:cubicBezTo>
                <a:lnTo>
                  <a:pt x="187109" y="2715155"/>
                </a:lnTo>
                <a:cubicBezTo>
                  <a:pt x="187109" y="2754920"/>
                  <a:pt x="219344" y="2787155"/>
                  <a:pt x="259109" y="2787155"/>
                </a:cubicBezTo>
                <a:cubicBezTo>
                  <a:pt x="298874" y="2787155"/>
                  <a:pt x="331109" y="2754920"/>
                  <a:pt x="331109" y="2715155"/>
                </a:cubicBezTo>
                <a:lnTo>
                  <a:pt x="331109" y="1923155"/>
                </a:lnTo>
                <a:cubicBezTo>
                  <a:pt x="331109" y="1883390"/>
                  <a:pt x="298874" y="1851155"/>
                  <a:pt x="259109" y="1851155"/>
                </a:cubicBezTo>
                <a:cubicBezTo>
                  <a:pt x="239226" y="1851156"/>
                  <a:pt x="221226" y="1859214"/>
                  <a:pt x="208197" y="1872243"/>
                </a:cubicBezTo>
                <a:close/>
                <a:moveTo>
                  <a:pt x="0" y="1625202"/>
                </a:moveTo>
                <a:cubicBezTo>
                  <a:pt x="418057" y="1737228"/>
                  <a:pt x="858998" y="1737384"/>
                  <a:pt x="1277606" y="1625336"/>
                </a:cubicBezTo>
                <a:cubicBezTo>
                  <a:pt x="1277605" y="1938624"/>
                  <a:pt x="1277605" y="2251911"/>
                  <a:pt x="1277605" y="2565198"/>
                </a:cubicBezTo>
                <a:cubicBezTo>
                  <a:pt x="1277605" y="2917999"/>
                  <a:pt x="991603" y="3204001"/>
                  <a:pt x="638802" y="3204001"/>
                </a:cubicBezTo>
                <a:lnTo>
                  <a:pt x="638803" y="3204000"/>
                </a:lnTo>
                <a:cubicBezTo>
                  <a:pt x="286002" y="3204000"/>
                  <a:pt x="0" y="2917999"/>
                  <a:pt x="0" y="2565197"/>
                </a:cubicBezTo>
                <a:close/>
                <a:moveTo>
                  <a:pt x="208197" y="459897"/>
                </a:moveTo>
                <a:cubicBezTo>
                  <a:pt x="195167" y="472926"/>
                  <a:pt x="187109" y="490926"/>
                  <a:pt x="187109" y="510808"/>
                </a:cubicBezTo>
                <a:lnTo>
                  <a:pt x="187109" y="1302808"/>
                </a:lnTo>
                <a:cubicBezTo>
                  <a:pt x="187109" y="1342573"/>
                  <a:pt x="219344" y="1374808"/>
                  <a:pt x="259109" y="1374808"/>
                </a:cubicBezTo>
                <a:cubicBezTo>
                  <a:pt x="298874" y="1374808"/>
                  <a:pt x="331109" y="1342573"/>
                  <a:pt x="331109" y="1302808"/>
                </a:cubicBezTo>
                <a:lnTo>
                  <a:pt x="331109" y="510808"/>
                </a:lnTo>
                <a:cubicBezTo>
                  <a:pt x="331109" y="471043"/>
                  <a:pt x="298874" y="438808"/>
                  <a:pt x="259109" y="438808"/>
                </a:cubicBezTo>
                <a:cubicBezTo>
                  <a:pt x="239226" y="438808"/>
                  <a:pt x="221226" y="446867"/>
                  <a:pt x="208197" y="459897"/>
                </a:cubicBezTo>
                <a:close/>
                <a:moveTo>
                  <a:pt x="187101" y="187101"/>
                </a:moveTo>
                <a:cubicBezTo>
                  <a:pt x="302701" y="71501"/>
                  <a:pt x="462402" y="0"/>
                  <a:pt x="638803" y="0"/>
                </a:cubicBezTo>
                <a:cubicBezTo>
                  <a:pt x="991604" y="0"/>
                  <a:pt x="1277606" y="286002"/>
                  <a:pt x="1277606" y="638803"/>
                </a:cubicBezTo>
                <a:lnTo>
                  <a:pt x="1277606" y="1497764"/>
                </a:lnTo>
                <a:cubicBezTo>
                  <a:pt x="859958" y="1616355"/>
                  <a:pt x="417375" y="1616210"/>
                  <a:pt x="0" y="1498771"/>
                </a:cubicBezTo>
                <a:lnTo>
                  <a:pt x="0" y="638803"/>
                </a:lnTo>
                <a:cubicBezTo>
                  <a:pt x="0" y="462403"/>
                  <a:pt x="71500" y="302702"/>
                  <a:pt x="187101" y="187101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Rounded Rectangle 7">
            <a:extLst>
              <a:ext uri="{FF2B5EF4-FFF2-40B4-BE49-F238E27FC236}">
                <a16:creationId xmlns:a16="http://schemas.microsoft.com/office/drawing/2014/main" id="{06A8747E-03CA-4F1B-8D8A-4983263EF56C}"/>
              </a:ext>
            </a:extLst>
          </p:cNvPr>
          <p:cNvSpPr>
            <a:spLocks noChangeAspect="1"/>
          </p:cNvSpPr>
          <p:nvPr/>
        </p:nvSpPr>
        <p:spPr>
          <a:xfrm rot="18924894" flipH="1">
            <a:off x="1846216" y="4527724"/>
            <a:ext cx="110455" cy="432000"/>
          </a:xfrm>
          <a:custGeom>
            <a:avLst/>
            <a:gdLst/>
            <a:ahLst/>
            <a:cxnLst/>
            <a:rect l="l" t="t" r="r" b="b"/>
            <a:pathLst>
              <a:path w="1081111" h="4228323">
                <a:moveTo>
                  <a:pt x="335224" y="1867922"/>
                </a:moveTo>
                <a:cubicBezTo>
                  <a:pt x="355105" y="1839562"/>
                  <a:pt x="441066" y="1818228"/>
                  <a:pt x="544096" y="1818228"/>
                </a:cubicBezTo>
                <a:cubicBezTo>
                  <a:pt x="661845" y="1818228"/>
                  <a:pt x="757300" y="1846093"/>
                  <a:pt x="757300" y="1880465"/>
                </a:cubicBezTo>
                <a:lnTo>
                  <a:pt x="754850" y="1887560"/>
                </a:lnTo>
                <a:lnTo>
                  <a:pt x="757869" y="1887560"/>
                </a:lnTo>
                <a:lnTo>
                  <a:pt x="757869" y="2839818"/>
                </a:lnTo>
                <a:cubicBezTo>
                  <a:pt x="757869" y="2972331"/>
                  <a:pt x="662287" y="3079754"/>
                  <a:pt x="544381" y="3079754"/>
                </a:cubicBezTo>
                <a:cubicBezTo>
                  <a:pt x="426475" y="3079754"/>
                  <a:pt x="330892" y="2972330"/>
                  <a:pt x="330892" y="2839818"/>
                </a:cubicBezTo>
                <a:cubicBezTo>
                  <a:pt x="330892" y="2522399"/>
                  <a:pt x="330893" y="2204979"/>
                  <a:pt x="330893" y="1887560"/>
                </a:cubicBezTo>
                <a:lnTo>
                  <a:pt x="333343" y="1887560"/>
                </a:lnTo>
                <a:cubicBezTo>
                  <a:pt x="331423" y="1885549"/>
                  <a:pt x="330893" y="1883025"/>
                  <a:pt x="330893" y="1880465"/>
                </a:cubicBezTo>
                <a:cubicBezTo>
                  <a:pt x="330893" y="1876168"/>
                  <a:pt x="332384" y="1871973"/>
                  <a:pt x="335224" y="1867922"/>
                </a:cubicBezTo>
                <a:close/>
                <a:moveTo>
                  <a:pt x="40017" y="122059"/>
                </a:moveTo>
                <a:cubicBezTo>
                  <a:pt x="33211" y="132011"/>
                  <a:pt x="29637" y="142314"/>
                  <a:pt x="29637" y="152868"/>
                </a:cubicBezTo>
                <a:cubicBezTo>
                  <a:pt x="29637" y="201406"/>
                  <a:pt x="105246" y="244661"/>
                  <a:pt x="223474" y="271871"/>
                </a:cubicBezTo>
                <a:lnTo>
                  <a:pt x="259635" y="468058"/>
                </a:lnTo>
                <a:cubicBezTo>
                  <a:pt x="103865" y="495856"/>
                  <a:pt x="0" y="547115"/>
                  <a:pt x="0" y="605632"/>
                </a:cubicBezTo>
                <a:cubicBezTo>
                  <a:pt x="0" y="658669"/>
                  <a:pt x="85325" y="705745"/>
                  <a:pt x="217400" y="734580"/>
                </a:cubicBezTo>
                <a:lnTo>
                  <a:pt x="217063" y="737117"/>
                </a:lnTo>
                <a:lnTo>
                  <a:pt x="217063" y="2943282"/>
                </a:lnTo>
                <a:cubicBezTo>
                  <a:pt x="217063" y="3039089"/>
                  <a:pt x="294931" y="3121078"/>
                  <a:pt x="405721" y="3153265"/>
                </a:cubicBezTo>
                <a:cubicBezTo>
                  <a:pt x="400324" y="3160310"/>
                  <a:pt x="397646" y="3168520"/>
                  <a:pt x="397646" y="3177204"/>
                </a:cubicBezTo>
                <a:lnTo>
                  <a:pt x="397646" y="3194256"/>
                </a:lnTo>
                <a:cubicBezTo>
                  <a:pt x="397646" y="3224314"/>
                  <a:pt x="429716" y="3248680"/>
                  <a:pt x="469276" y="3248680"/>
                </a:cubicBezTo>
                <a:lnTo>
                  <a:pt x="496274" y="3248680"/>
                </a:lnTo>
                <a:cubicBezTo>
                  <a:pt x="503831" y="3569617"/>
                  <a:pt x="518631" y="3867052"/>
                  <a:pt x="514761" y="4228323"/>
                </a:cubicBezTo>
                <a:lnTo>
                  <a:pt x="577573" y="4091802"/>
                </a:lnTo>
                <a:cubicBezTo>
                  <a:pt x="580481" y="3794896"/>
                  <a:pt x="583388" y="3537508"/>
                  <a:pt x="586278" y="3248680"/>
                </a:cubicBezTo>
                <a:lnTo>
                  <a:pt x="611834" y="3248680"/>
                </a:lnTo>
                <a:cubicBezTo>
                  <a:pt x="651395" y="3248680"/>
                  <a:pt x="683465" y="3224314"/>
                  <a:pt x="683465" y="3194256"/>
                </a:cubicBezTo>
                <a:lnTo>
                  <a:pt x="683465" y="3177205"/>
                </a:lnTo>
                <a:cubicBezTo>
                  <a:pt x="683465" y="3168518"/>
                  <a:pt x="680787" y="3160307"/>
                  <a:pt x="675388" y="3153262"/>
                </a:cubicBezTo>
                <a:cubicBezTo>
                  <a:pt x="786180" y="3121079"/>
                  <a:pt x="864048" y="3039089"/>
                  <a:pt x="864048" y="2943282"/>
                </a:cubicBezTo>
                <a:lnTo>
                  <a:pt x="864048" y="737117"/>
                </a:lnTo>
                <a:cubicBezTo>
                  <a:pt x="864048" y="736269"/>
                  <a:pt x="864042" y="735422"/>
                  <a:pt x="863712" y="734579"/>
                </a:cubicBezTo>
                <a:cubicBezTo>
                  <a:pt x="995786" y="705744"/>
                  <a:pt x="1081111" y="658669"/>
                  <a:pt x="1081111" y="605632"/>
                </a:cubicBezTo>
                <a:cubicBezTo>
                  <a:pt x="1081111" y="547115"/>
                  <a:pt x="977246" y="495856"/>
                  <a:pt x="821477" y="468058"/>
                </a:cubicBezTo>
                <a:lnTo>
                  <a:pt x="857637" y="271871"/>
                </a:lnTo>
                <a:cubicBezTo>
                  <a:pt x="975865" y="244661"/>
                  <a:pt x="1051474" y="201406"/>
                  <a:pt x="1051474" y="152868"/>
                </a:cubicBezTo>
                <a:cubicBezTo>
                  <a:pt x="1051474" y="68441"/>
                  <a:pt x="822728" y="0"/>
                  <a:pt x="540555" y="0"/>
                </a:cubicBezTo>
                <a:cubicBezTo>
                  <a:pt x="293654" y="0"/>
                  <a:pt x="87658" y="52400"/>
                  <a:pt x="40017" y="122059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5" name="Rounded Rectangle 17">
            <a:extLst>
              <a:ext uri="{FF2B5EF4-FFF2-40B4-BE49-F238E27FC236}">
                <a16:creationId xmlns:a16="http://schemas.microsoft.com/office/drawing/2014/main" id="{1E4B0A3A-54A7-4F3E-8413-A537742988B4}"/>
              </a:ext>
            </a:extLst>
          </p:cNvPr>
          <p:cNvSpPr>
            <a:spLocks noChangeAspect="1"/>
          </p:cNvSpPr>
          <p:nvPr/>
        </p:nvSpPr>
        <p:spPr>
          <a:xfrm>
            <a:off x="5146327" y="3893740"/>
            <a:ext cx="226262" cy="360000"/>
          </a:xfrm>
          <a:custGeom>
            <a:avLst/>
            <a:gdLst/>
            <a:ahLst/>
            <a:cxnLst/>
            <a:rect l="l" t="t" r="r" b="b"/>
            <a:pathLst>
              <a:path w="2016224" h="3207971">
                <a:moveTo>
                  <a:pt x="854575" y="1382799"/>
                </a:moveTo>
                <a:lnTo>
                  <a:pt x="854575" y="1686462"/>
                </a:lnTo>
                <a:lnTo>
                  <a:pt x="550912" y="1686462"/>
                </a:lnTo>
                <a:lnTo>
                  <a:pt x="550912" y="1993536"/>
                </a:lnTo>
                <a:lnTo>
                  <a:pt x="854575" y="1993536"/>
                </a:lnTo>
                <a:lnTo>
                  <a:pt x="854575" y="2297199"/>
                </a:lnTo>
                <a:lnTo>
                  <a:pt x="1161649" y="2297199"/>
                </a:lnTo>
                <a:lnTo>
                  <a:pt x="1161649" y="1993536"/>
                </a:lnTo>
                <a:lnTo>
                  <a:pt x="1465312" y="1993536"/>
                </a:lnTo>
                <a:lnTo>
                  <a:pt x="1465312" y="1686462"/>
                </a:lnTo>
                <a:lnTo>
                  <a:pt x="1161649" y="1686462"/>
                </a:lnTo>
                <a:lnTo>
                  <a:pt x="1161649" y="1382799"/>
                </a:lnTo>
                <a:close/>
                <a:moveTo>
                  <a:pt x="397285" y="941591"/>
                </a:moveTo>
                <a:lnTo>
                  <a:pt x="1618940" y="941591"/>
                </a:lnTo>
                <a:lnTo>
                  <a:pt x="1618940" y="2738407"/>
                </a:lnTo>
                <a:lnTo>
                  <a:pt x="397285" y="2738407"/>
                </a:lnTo>
                <a:close/>
                <a:moveTo>
                  <a:pt x="305673" y="849979"/>
                </a:moveTo>
                <a:lnTo>
                  <a:pt x="305673" y="2830019"/>
                </a:lnTo>
                <a:lnTo>
                  <a:pt x="1710552" y="2830019"/>
                </a:lnTo>
                <a:lnTo>
                  <a:pt x="1710552" y="849979"/>
                </a:lnTo>
                <a:close/>
                <a:moveTo>
                  <a:pt x="240515" y="472027"/>
                </a:moveTo>
                <a:lnTo>
                  <a:pt x="1775709" y="472027"/>
                </a:lnTo>
                <a:cubicBezTo>
                  <a:pt x="1908542" y="472027"/>
                  <a:pt x="2016224" y="579709"/>
                  <a:pt x="2016224" y="712542"/>
                </a:cubicBezTo>
                <a:lnTo>
                  <a:pt x="2016224" y="2967456"/>
                </a:lnTo>
                <a:cubicBezTo>
                  <a:pt x="2016224" y="3100289"/>
                  <a:pt x="1908542" y="3207971"/>
                  <a:pt x="1775709" y="3207971"/>
                </a:cubicBezTo>
                <a:lnTo>
                  <a:pt x="240515" y="3207971"/>
                </a:lnTo>
                <a:cubicBezTo>
                  <a:pt x="107682" y="3207971"/>
                  <a:pt x="0" y="3100289"/>
                  <a:pt x="0" y="2967456"/>
                </a:cubicBezTo>
                <a:lnTo>
                  <a:pt x="0" y="712542"/>
                </a:lnTo>
                <a:cubicBezTo>
                  <a:pt x="0" y="579709"/>
                  <a:pt x="107682" y="472027"/>
                  <a:pt x="240515" y="472027"/>
                </a:cubicBezTo>
                <a:close/>
                <a:moveTo>
                  <a:pt x="515787" y="0"/>
                </a:moveTo>
                <a:lnTo>
                  <a:pt x="1500437" y="0"/>
                </a:lnTo>
                <a:cubicBezTo>
                  <a:pt x="1541893" y="0"/>
                  <a:pt x="1575500" y="33607"/>
                  <a:pt x="1575500" y="75063"/>
                </a:cubicBezTo>
                <a:lnTo>
                  <a:pt x="1575500" y="367990"/>
                </a:lnTo>
                <a:lnTo>
                  <a:pt x="440724" y="367990"/>
                </a:lnTo>
                <a:lnTo>
                  <a:pt x="440724" y="75063"/>
                </a:lnTo>
                <a:cubicBezTo>
                  <a:pt x="440724" y="33607"/>
                  <a:pt x="474331" y="0"/>
                  <a:pt x="515787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Oval 21">
            <a:extLst>
              <a:ext uri="{FF2B5EF4-FFF2-40B4-BE49-F238E27FC236}">
                <a16:creationId xmlns:a16="http://schemas.microsoft.com/office/drawing/2014/main" id="{FB8D0F26-4949-49FC-A56A-A023ADE6CCE1}"/>
              </a:ext>
            </a:extLst>
          </p:cNvPr>
          <p:cNvSpPr>
            <a:spLocks noChangeAspect="1"/>
          </p:cNvSpPr>
          <p:nvPr/>
        </p:nvSpPr>
        <p:spPr>
          <a:xfrm>
            <a:off x="3979197" y="3893740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799999" y="306000"/>
                </a:moveTo>
                <a:lnTo>
                  <a:pt x="1440000" y="306000"/>
                </a:lnTo>
                <a:lnTo>
                  <a:pt x="1440000" y="1308231"/>
                </a:lnTo>
                <a:lnTo>
                  <a:pt x="572043" y="807116"/>
                </a:lnTo>
                <a:lnTo>
                  <a:pt x="392043" y="1118885"/>
                </a:lnTo>
                <a:lnTo>
                  <a:pt x="1260000" y="1620000"/>
                </a:lnTo>
                <a:lnTo>
                  <a:pt x="392043" y="2121116"/>
                </a:lnTo>
                <a:lnTo>
                  <a:pt x="572043" y="2432885"/>
                </a:lnTo>
                <a:lnTo>
                  <a:pt x="1440000" y="1931769"/>
                </a:lnTo>
                <a:lnTo>
                  <a:pt x="1440000" y="2934000"/>
                </a:lnTo>
                <a:lnTo>
                  <a:pt x="1800000" y="2934000"/>
                </a:lnTo>
                <a:lnTo>
                  <a:pt x="1800000" y="1931769"/>
                </a:lnTo>
                <a:lnTo>
                  <a:pt x="2667957" y="2432884"/>
                </a:lnTo>
                <a:lnTo>
                  <a:pt x="2847957" y="2121116"/>
                </a:lnTo>
                <a:lnTo>
                  <a:pt x="1980000" y="1620000"/>
                </a:lnTo>
                <a:lnTo>
                  <a:pt x="2847958" y="1118885"/>
                </a:lnTo>
                <a:lnTo>
                  <a:pt x="2667957" y="807116"/>
                </a:lnTo>
                <a:lnTo>
                  <a:pt x="1800000" y="1308231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Oval 25">
            <a:extLst>
              <a:ext uri="{FF2B5EF4-FFF2-40B4-BE49-F238E27FC236}">
                <a16:creationId xmlns:a16="http://schemas.microsoft.com/office/drawing/2014/main" id="{3E79AC26-E557-4DA6-B074-CAB705C80ED2}"/>
              </a:ext>
            </a:extLst>
          </p:cNvPr>
          <p:cNvSpPr>
            <a:spLocks noChangeAspect="1"/>
          </p:cNvSpPr>
          <p:nvPr/>
        </p:nvSpPr>
        <p:spPr>
          <a:xfrm>
            <a:off x="4549333" y="3893740"/>
            <a:ext cx="359510" cy="360000"/>
          </a:xfrm>
          <a:custGeom>
            <a:avLst/>
            <a:gdLst/>
            <a:ahLst/>
            <a:cxn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Block Arc 20">
            <a:extLst>
              <a:ext uri="{FF2B5EF4-FFF2-40B4-BE49-F238E27FC236}">
                <a16:creationId xmlns:a16="http://schemas.microsoft.com/office/drawing/2014/main" id="{02B6229A-9877-42DC-917B-0715DE03B0D3}"/>
              </a:ext>
            </a:extLst>
          </p:cNvPr>
          <p:cNvSpPr>
            <a:spLocks noChangeAspect="1"/>
          </p:cNvSpPr>
          <p:nvPr/>
        </p:nvSpPr>
        <p:spPr>
          <a:xfrm rot="10800000">
            <a:off x="1166039" y="4563724"/>
            <a:ext cx="332010" cy="360000"/>
          </a:xfrm>
          <a:custGeom>
            <a:avLst/>
            <a:gdLst/>
            <a:ahLst/>
            <a:cxnLst/>
            <a:rect l="l" t="t" r="r" b="b"/>
            <a:pathLst>
              <a:path w="2958558" h="3207983">
                <a:moveTo>
                  <a:pt x="376920" y="2960896"/>
                </a:moveTo>
                <a:cubicBezTo>
                  <a:pt x="266613" y="2960896"/>
                  <a:pt x="177192" y="2871475"/>
                  <a:pt x="177192" y="2761168"/>
                </a:cubicBezTo>
                <a:cubicBezTo>
                  <a:pt x="177192" y="2650861"/>
                  <a:pt x="266613" y="2561440"/>
                  <a:pt x="376920" y="2561440"/>
                </a:cubicBezTo>
                <a:cubicBezTo>
                  <a:pt x="487227" y="2561440"/>
                  <a:pt x="576648" y="2650861"/>
                  <a:pt x="576648" y="2761168"/>
                </a:cubicBezTo>
                <a:cubicBezTo>
                  <a:pt x="576648" y="2871475"/>
                  <a:pt x="487227" y="2960896"/>
                  <a:pt x="376920" y="2960896"/>
                </a:cubicBezTo>
                <a:close/>
                <a:moveTo>
                  <a:pt x="376921" y="3072323"/>
                </a:moveTo>
                <a:cubicBezTo>
                  <a:pt x="539434" y="3072323"/>
                  <a:pt x="671176" y="2940581"/>
                  <a:pt x="671176" y="2778068"/>
                </a:cubicBezTo>
                <a:cubicBezTo>
                  <a:pt x="671176" y="2615555"/>
                  <a:pt x="539434" y="2483813"/>
                  <a:pt x="376921" y="2483813"/>
                </a:cubicBezTo>
                <a:cubicBezTo>
                  <a:pt x="214408" y="2483813"/>
                  <a:pt x="82666" y="2615555"/>
                  <a:pt x="82666" y="2778068"/>
                </a:cubicBezTo>
                <a:cubicBezTo>
                  <a:pt x="82666" y="2940581"/>
                  <a:pt x="214408" y="3072323"/>
                  <a:pt x="376921" y="3072323"/>
                </a:cubicBezTo>
                <a:close/>
                <a:moveTo>
                  <a:pt x="2379939" y="3207575"/>
                </a:moveTo>
                <a:cubicBezTo>
                  <a:pt x="2342159" y="3210380"/>
                  <a:pt x="2303308" y="3198772"/>
                  <a:pt x="2272342" y="3172087"/>
                </a:cubicBezTo>
                <a:cubicBezTo>
                  <a:pt x="2210411" y="3118717"/>
                  <a:pt x="2203469" y="3025247"/>
                  <a:pt x="2256839" y="2963315"/>
                </a:cubicBezTo>
                <a:cubicBezTo>
                  <a:pt x="2292137" y="2922355"/>
                  <a:pt x="2344975" y="2905450"/>
                  <a:pt x="2394194" y="2916618"/>
                </a:cubicBezTo>
                <a:lnTo>
                  <a:pt x="2482323" y="2842744"/>
                </a:lnTo>
                <a:lnTo>
                  <a:pt x="2486558" y="2847797"/>
                </a:lnTo>
                <a:cubicBezTo>
                  <a:pt x="2638916" y="2767056"/>
                  <a:pt x="2628462" y="2744879"/>
                  <a:pt x="2689889" y="2690172"/>
                </a:cubicBezTo>
                <a:cubicBezTo>
                  <a:pt x="2722819" y="2655246"/>
                  <a:pt x="2732363" y="2657367"/>
                  <a:pt x="2726376" y="2568558"/>
                </a:cubicBezTo>
                <a:lnTo>
                  <a:pt x="2730335" y="2568172"/>
                </a:lnTo>
                <a:lnTo>
                  <a:pt x="2726098" y="2568172"/>
                </a:lnTo>
                <a:lnTo>
                  <a:pt x="2726098" y="2140027"/>
                </a:lnTo>
                <a:lnTo>
                  <a:pt x="2686068" y="2140105"/>
                </a:lnTo>
                <a:cubicBezTo>
                  <a:pt x="2685662" y="1932305"/>
                  <a:pt x="2574529" y="1740506"/>
                  <a:pt x="2394530" y="1636956"/>
                </a:cubicBezTo>
                <a:cubicBezTo>
                  <a:pt x="2214320" y="1533284"/>
                  <a:pt x="1992511" y="1533845"/>
                  <a:pt x="1812826" y="1638426"/>
                </a:cubicBezTo>
                <a:cubicBezTo>
                  <a:pt x="1633353" y="1742884"/>
                  <a:pt x="1523189" y="1935240"/>
                  <a:pt x="1523830" y="2143038"/>
                </a:cubicBezTo>
                <a:lnTo>
                  <a:pt x="1483625" y="2143162"/>
                </a:lnTo>
                <a:lnTo>
                  <a:pt x="1483625" y="2568172"/>
                </a:lnTo>
                <a:lnTo>
                  <a:pt x="1479388" y="2568172"/>
                </a:lnTo>
                <a:lnTo>
                  <a:pt x="1483347" y="2568558"/>
                </a:lnTo>
                <a:cubicBezTo>
                  <a:pt x="1477359" y="2657367"/>
                  <a:pt x="1486903" y="2655246"/>
                  <a:pt x="1519833" y="2690172"/>
                </a:cubicBezTo>
                <a:cubicBezTo>
                  <a:pt x="1581261" y="2744879"/>
                  <a:pt x="1570806" y="2767057"/>
                  <a:pt x="1723166" y="2847797"/>
                </a:cubicBezTo>
                <a:lnTo>
                  <a:pt x="1727402" y="2842744"/>
                </a:lnTo>
                <a:lnTo>
                  <a:pt x="1815530" y="2916618"/>
                </a:lnTo>
                <a:cubicBezTo>
                  <a:pt x="1864749" y="2905450"/>
                  <a:pt x="1917587" y="2922356"/>
                  <a:pt x="1952884" y="2963315"/>
                </a:cubicBezTo>
                <a:cubicBezTo>
                  <a:pt x="2006254" y="3025247"/>
                  <a:pt x="1999313" y="3118717"/>
                  <a:pt x="1937381" y="3172087"/>
                </a:cubicBezTo>
                <a:cubicBezTo>
                  <a:pt x="1906416" y="3198772"/>
                  <a:pt x="1867565" y="3210380"/>
                  <a:pt x="1829785" y="3207575"/>
                </a:cubicBezTo>
                <a:cubicBezTo>
                  <a:pt x="1792004" y="3204769"/>
                  <a:pt x="1755294" y="3187551"/>
                  <a:pt x="1728609" y="3156586"/>
                </a:cubicBezTo>
                <a:cubicBezTo>
                  <a:pt x="1704170" y="3128225"/>
                  <a:pt x="1692377" y="3093251"/>
                  <a:pt x="1694258" y="3058558"/>
                </a:cubicBezTo>
                <a:lnTo>
                  <a:pt x="1607474" y="2985811"/>
                </a:lnTo>
                <a:lnTo>
                  <a:pt x="1609754" y="2983092"/>
                </a:lnTo>
                <a:cubicBezTo>
                  <a:pt x="1505378" y="2914609"/>
                  <a:pt x="1454899" y="2874388"/>
                  <a:pt x="1372959" y="2808609"/>
                </a:cubicBezTo>
                <a:cubicBezTo>
                  <a:pt x="1301402" y="2768123"/>
                  <a:pt x="1295976" y="2652344"/>
                  <a:pt x="1300245" y="2568172"/>
                </a:cubicBezTo>
                <a:lnTo>
                  <a:pt x="1296941" y="2568172"/>
                </a:lnTo>
                <a:lnTo>
                  <a:pt x="1296941" y="2143739"/>
                </a:lnTo>
                <a:lnTo>
                  <a:pt x="1251342" y="2143880"/>
                </a:lnTo>
                <a:cubicBezTo>
                  <a:pt x="1250400" y="1838694"/>
                  <a:pt x="1412261" y="1556194"/>
                  <a:pt x="1675942" y="1402813"/>
                </a:cubicBezTo>
                <a:cubicBezTo>
                  <a:pt x="1778114" y="1343381"/>
                  <a:pt x="1889554" y="1306836"/>
                  <a:pt x="2003205" y="1293823"/>
                </a:cubicBezTo>
                <a:lnTo>
                  <a:pt x="2003205" y="878785"/>
                </a:lnTo>
                <a:lnTo>
                  <a:pt x="1998176" y="878621"/>
                </a:lnTo>
                <a:cubicBezTo>
                  <a:pt x="2009560" y="630102"/>
                  <a:pt x="1847671" y="398939"/>
                  <a:pt x="1584243" y="287563"/>
                </a:cubicBezTo>
                <a:cubicBezTo>
                  <a:pt x="1373323" y="198386"/>
                  <a:pt x="1125012" y="198092"/>
                  <a:pt x="913796" y="286769"/>
                </a:cubicBezTo>
                <a:cubicBezTo>
                  <a:pt x="650203" y="397436"/>
                  <a:pt x="487575" y="627955"/>
                  <a:pt x="497878" y="876315"/>
                </a:cubicBezTo>
                <a:lnTo>
                  <a:pt x="492947" y="876461"/>
                </a:lnTo>
                <a:lnTo>
                  <a:pt x="492947" y="2424958"/>
                </a:lnTo>
                <a:cubicBezTo>
                  <a:pt x="646520" y="2471832"/>
                  <a:pt x="757382" y="2615059"/>
                  <a:pt x="757382" y="2784179"/>
                </a:cubicBezTo>
                <a:cubicBezTo>
                  <a:pt x="757382" y="2993324"/>
                  <a:pt x="587836" y="3162870"/>
                  <a:pt x="378691" y="3162870"/>
                </a:cubicBezTo>
                <a:cubicBezTo>
                  <a:pt x="169546" y="3162870"/>
                  <a:pt x="0" y="2993324"/>
                  <a:pt x="0" y="2784179"/>
                </a:cubicBezTo>
                <a:cubicBezTo>
                  <a:pt x="0" y="2610447"/>
                  <a:pt x="116991" y="2464039"/>
                  <a:pt x="276947" y="2421074"/>
                </a:cubicBezTo>
                <a:lnTo>
                  <a:pt x="276947" y="783746"/>
                </a:lnTo>
                <a:lnTo>
                  <a:pt x="281758" y="783746"/>
                </a:lnTo>
                <a:cubicBezTo>
                  <a:pt x="307533" y="493124"/>
                  <a:pt x="502412" y="231983"/>
                  <a:pt x="801266" y="95774"/>
                </a:cubicBezTo>
                <a:cubicBezTo>
                  <a:pt x="1082323" y="-32324"/>
                  <a:pt x="1416727" y="-31901"/>
                  <a:pt x="1697364" y="96907"/>
                </a:cubicBezTo>
                <a:cubicBezTo>
                  <a:pt x="1994951" y="233494"/>
                  <a:pt x="2188714" y="494056"/>
                  <a:pt x="2214549" y="783746"/>
                </a:cubicBezTo>
                <a:lnTo>
                  <a:pt x="2219205" y="783746"/>
                </a:lnTo>
                <a:lnTo>
                  <a:pt x="2219205" y="1295162"/>
                </a:lnTo>
                <a:cubicBezTo>
                  <a:pt x="2327099" y="1309357"/>
                  <a:pt x="2432799" y="1344641"/>
                  <a:pt x="2530224" y="1400656"/>
                </a:cubicBezTo>
                <a:cubicBezTo>
                  <a:pt x="2794677" y="1552703"/>
                  <a:pt x="2957961" y="1834385"/>
                  <a:pt x="2958558" y="2139573"/>
                </a:cubicBezTo>
                <a:lnTo>
                  <a:pt x="2912782" y="2139663"/>
                </a:lnTo>
                <a:lnTo>
                  <a:pt x="2912782" y="2568172"/>
                </a:lnTo>
                <a:lnTo>
                  <a:pt x="2909478" y="2568172"/>
                </a:lnTo>
                <a:cubicBezTo>
                  <a:pt x="2913747" y="2652344"/>
                  <a:pt x="2908320" y="2768123"/>
                  <a:pt x="2836763" y="2808609"/>
                </a:cubicBezTo>
                <a:cubicBezTo>
                  <a:pt x="2754824" y="2874388"/>
                  <a:pt x="2704345" y="2914609"/>
                  <a:pt x="2599970" y="2983091"/>
                </a:cubicBezTo>
                <a:lnTo>
                  <a:pt x="2602250" y="2985811"/>
                </a:lnTo>
                <a:lnTo>
                  <a:pt x="2515466" y="3058559"/>
                </a:lnTo>
                <a:cubicBezTo>
                  <a:pt x="2517346" y="3093252"/>
                  <a:pt x="2505554" y="3128225"/>
                  <a:pt x="2481114" y="3156586"/>
                </a:cubicBezTo>
                <a:cubicBezTo>
                  <a:pt x="2454429" y="3187551"/>
                  <a:pt x="2417719" y="3204769"/>
                  <a:pt x="2379939" y="3207575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9" name="Block Arc 11">
            <a:extLst>
              <a:ext uri="{FF2B5EF4-FFF2-40B4-BE49-F238E27FC236}">
                <a16:creationId xmlns:a16="http://schemas.microsoft.com/office/drawing/2014/main" id="{30B5BA08-7DC9-4D9A-8A65-F103082CC82D}"/>
              </a:ext>
            </a:extLst>
          </p:cNvPr>
          <p:cNvSpPr/>
          <p:nvPr/>
        </p:nvSpPr>
        <p:spPr>
          <a:xfrm rot="10800000">
            <a:off x="3484250" y="4553086"/>
            <a:ext cx="217507" cy="353911"/>
          </a:xfrm>
          <a:custGeom>
            <a:avLst/>
            <a:gdLst/>
            <a:ahLst/>
            <a:cxnLst/>
            <a:rect l="l" t="t" r="r" b="b"/>
            <a:pathLst>
              <a:path w="3636337" h="7138182">
                <a:moveTo>
                  <a:pt x="1563551" y="3029061"/>
                </a:moveTo>
                <a:lnTo>
                  <a:pt x="1563551" y="1171769"/>
                </a:lnTo>
                <a:cubicBezTo>
                  <a:pt x="1444523" y="1201084"/>
                  <a:pt x="1330799" y="1254073"/>
                  <a:pt x="1228219" y="1328453"/>
                </a:cubicBezTo>
                <a:cubicBezTo>
                  <a:pt x="927220" y="1546705"/>
                  <a:pt x="771440" y="1913395"/>
                  <a:pt x="823311" y="2281559"/>
                </a:cubicBezTo>
                <a:cubicBezTo>
                  <a:pt x="886035" y="2761950"/>
                  <a:pt x="1181988" y="2923981"/>
                  <a:pt x="1563551" y="3029061"/>
                </a:cubicBezTo>
                <a:close/>
                <a:moveTo>
                  <a:pt x="2056123" y="5971053"/>
                </a:moveTo>
                <a:cubicBezTo>
                  <a:pt x="2180706" y="5941789"/>
                  <a:pt x="2300029" y="5887431"/>
                  <a:pt x="2407191" y="5809729"/>
                </a:cubicBezTo>
                <a:cubicBezTo>
                  <a:pt x="2708190" y="5591477"/>
                  <a:pt x="2863970" y="5224787"/>
                  <a:pt x="2812099" y="4856623"/>
                </a:cubicBezTo>
                <a:cubicBezTo>
                  <a:pt x="2712300" y="4365494"/>
                  <a:pt x="2419393" y="4148018"/>
                  <a:pt x="2056123" y="4007016"/>
                </a:cubicBezTo>
                <a:close/>
                <a:moveTo>
                  <a:pt x="2056123" y="7138182"/>
                </a:moveTo>
                <a:lnTo>
                  <a:pt x="1563551" y="7138182"/>
                </a:lnTo>
                <a:lnTo>
                  <a:pt x="1563551" y="6796553"/>
                </a:lnTo>
                <a:cubicBezTo>
                  <a:pt x="1376287" y="6771102"/>
                  <a:pt x="1191751" y="6715291"/>
                  <a:pt x="1016794" y="6629471"/>
                </a:cubicBezTo>
                <a:cubicBezTo>
                  <a:pt x="412303" y="6332946"/>
                  <a:pt x="21102" y="5726704"/>
                  <a:pt x="0" y="5053734"/>
                </a:cubicBezTo>
                <a:lnTo>
                  <a:pt x="813973" y="5028205"/>
                </a:lnTo>
                <a:cubicBezTo>
                  <a:pt x="825624" y="5399818"/>
                  <a:pt x="1041643" y="5734588"/>
                  <a:pt x="1375441" y="5898325"/>
                </a:cubicBezTo>
                <a:cubicBezTo>
                  <a:pt x="1436179" y="5928119"/>
                  <a:pt x="1499008" y="5951362"/>
                  <a:pt x="1563551" y="5965918"/>
                </a:cubicBezTo>
                <a:lnTo>
                  <a:pt x="1563551" y="3847635"/>
                </a:lnTo>
                <a:cubicBezTo>
                  <a:pt x="920238" y="3662345"/>
                  <a:pt x="233045" y="3450393"/>
                  <a:pt x="16852" y="2382091"/>
                </a:cubicBezTo>
                <a:cubicBezTo>
                  <a:pt x="-73403" y="1719933"/>
                  <a:pt x="208577" y="1061859"/>
                  <a:pt x="750173" y="669157"/>
                </a:cubicBezTo>
                <a:cubicBezTo>
                  <a:pt x="994931" y="491686"/>
                  <a:pt x="1274723" y="381458"/>
                  <a:pt x="1563551" y="341319"/>
                </a:cubicBezTo>
                <a:lnTo>
                  <a:pt x="1563551" y="0"/>
                </a:lnTo>
                <a:lnTo>
                  <a:pt x="2056123" y="0"/>
                </a:lnTo>
                <a:lnTo>
                  <a:pt x="2056123" y="339268"/>
                </a:lnTo>
                <a:cubicBezTo>
                  <a:pt x="2248752" y="363969"/>
                  <a:pt x="2438747" y="420481"/>
                  <a:pt x="2618616" y="508711"/>
                </a:cubicBezTo>
                <a:cubicBezTo>
                  <a:pt x="3223107" y="805237"/>
                  <a:pt x="3614308" y="1411478"/>
                  <a:pt x="3635410" y="2084448"/>
                </a:cubicBezTo>
                <a:lnTo>
                  <a:pt x="2821437" y="2109978"/>
                </a:lnTo>
                <a:cubicBezTo>
                  <a:pt x="2809786" y="1738364"/>
                  <a:pt x="2593767" y="1403594"/>
                  <a:pt x="2259969" y="1239857"/>
                </a:cubicBezTo>
                <a:cubicBezTo>
                  <a:pt x="2194243" y="1207617"/>
                  <a:pt x="2126069" y="1183046"/>
                  <a:pt x="2056123" y="1168235"/>
                </a:cubicBezTo>
                <a:lnTo>
                  <a:pt x="2056123" y="3150890"/>
                </a:lnTo>
                <a:cubicBezTo>
                  <a:pt x="2675271" y="3303511"/>
                  <a:pt x="3347939" y="3564428"/>
                  <a:pt x="3618512" y="4743007"/>
                </a:cubicBezTo>
                <a:cubicBezTo>
                  <a:pt x="3712448" y="5409725"/>
                  <a:pt x="3430336" y="6073786"/>
                  <a:pt x="2885237" y="6469025"/>
                </a:cubicBezTo>
                <a:cubicBezTo>
                  <a:pt x="2636047" y="6649712"/>
                  <a:pt x="2350538" y="6760700"/>
                  <a:pt x="2056123" y="6798748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0" name="Rectangle 21">
            <a:extLst>
              <a:ext uri="{FF2B5EF4-FFF2-40B4-BE49-F238E27FC236}">
                <a16:creationId xmlns:a16="http://schemas.microsoft.com/office/drawing/2014/main" id="{BC8F3543-3023-447D-8482-A7A90211BAD2}"/>
              </a:ext>
            </a:extLst>
          </p:cNvPr>
          <p:cNvSpPr/>
          <p:nvPr/>
        </p:nvSpPr>
        <p:spPr>
          <a:xfrm>
            <a:off x="2307125" y="4647441"/>
            <a:ext cx="343751" cy="192566"/>
          </a:xfrm>
          <a:custGeom>
            <a:avLst/>
            <a:gdLst/>
            <a:ahLst/>
            <a:cxnLst/>
            <a:rect l="l" t="t" r="r" b="b"/>
            <a:pathLst>
              <a:path w="4560938" h="2554996">
                <a:moveTo>
                  <a:pt x="2315585" y="1351978"/>
                </a:moveTo>
                <a:lnTo>
                  <a:pt x="2315585" y="1608128"/>
                </a:lnTo>
                <a:cubicBezTo>
                  <a:pt x="2332000" y="1604085"/>
                  <a:pt x="2347685" y="1596777"/>
                  <a:pt x="2361832" y="1586519"/>
                </a:cubicBezTo>
                <a:cubicBezTo>
                  <a:pt x="2403345" y="1556419"/>
                  <a:pt x="2424829" y="1505846"/>
                  <a:pt x="2417675" y="1455070"/>
                </a:cubicBezTo>
                <a:cubicBezTo>
                  <a:pt x="2409025" y="1388817"/>
                  <a:pt x="2368208" y="1366470"/>
                  <a:pt x="2315585" y="1351978"/>
                </a:cubicBezTo>
                <a:close/>
                <a:moveTo>
                  <a:pt x="3612086" y="989467"/>
                </a:moveTo>
                <a:cubicBezTo>
                  <a:pt x="3453010" y="989467"/>
                  <a:pt x="3324054" y="1118423"/>
                  <a:pt x="3324054" y="1277499"/>
                </a:cubicBezTo>
                <a:cubicBezTo>
                  <a:pt x="3324054" y="1436575"/>
                  <a:pt x="3453010" y="1565531"/>
                  <a:pt x="3612086" y="1565531"/>
                </a:cubicBezTo>
                <a:cubicBezTo>
                  <a:pt x="3771162" y="1565531"/>
                  <a:pt x="3900118" y="1436575"/>
                  <a:pt x="3900118" y="1277499"/>
                </a:cubicBezTo>
                <a:cubicBezTo>
                  <a:pt x="3900118" y="1118423"/>
                  <a:pt x="3771162" y="989467"/>
                  <a:pt x="3612086" y="989467"/>
                </a:cubicBezTo>
                <a:close/>
                <a:moveTo>
                  <a:pt x="948854" y="989467"/>
                </a:moveTo>
                <a:cubicBezTo>
                  <a:pt x="789778" y="989467"/>
                  <a:pt x="660822" y="1118423"/>
                  <a:pt x="660822" y="1277499"/>
                </a:cubicBezTo>
                <a:cubicBezTo>
                  <a:pt x="660822" y="1436575"/>
                  <a:pt x="789778" y="1565531"/>
                  <a:pt x="948854" y="1565531"/>
                </a:cubicBezTo>
                <a:cubicBezTo>
                  <a:pt x="1107930" y="1565531"/>
                  <a:pt x="1236886" y="1436575"/>
                  <a:pt x="1236886" y="1277499"/>
                </a:cubicBezTo>
                <a:cubicBezTo>
                  <a:pt x="1236886" y="1118423"/>
                  <a:pt x="1107930" y="989467"/>
                  <a:pt x="948854" y="989467"/>
                </a:cubicBezTo>
                <a:close/>
                <a:moveTo>
                  <a:pt x="2247651" y="946230"/>
                </a:moveTo>
                <a:cubicBezTo>
                  <a:pt x="2230469" y="950266"/>
                  <a:pt x="2214012" y="957763"/>
                  <a:pt x="2199233" y="968479"/>
                </a:cubicBezTo>
                <a:cubicBezTo>
                  <a:pt x="2157721" y="998579"/>
                  <a:pt x="2136236" y="1049152"/>
                  <a:pt x="2143390" y="1099928"/>
                </a:cubicBezTo>
                <a:cubicBezTo>
                  <a:pt x="2157154" y="1167662"/>
                  <a:pt x="2197550" y="1197656"/>
                  <a:pt x="2247651" y="1217102"/>
                </a:cubicBezTo>
                <a:close/>
                <a:moveTo>
                  <a:pt x="2247651" y="785264"/>
                </a:moveTo>
                <a:lnTo>
                  <a:pt x="2315585" y="785264"/>
                </a:lnTo>
                <a:lnTo>
                  <a:pt x="2315585" y="832380"/>
                </a:lnTo>
                <a:cubicBezTo>
                  <a:pt x="2341411" y="835890"/>
                  <a:pt x="2366862" y="843587"/>
                  <a:pt x="2390991" y="855423"/>
                </a:cubicBezTo>
                <a:cubicBezTo>
                  <a:pt x="2474360" y="896319"/>
                  <a:pt x="2528313" y="979930"/>
                  <a:pt x="2531223" y="1072743"/>
                </a:cubicBezTo>
                <a:lnTo>
                  <a:pt x="2418963" y="1076264"/>
                </a:lnTo>
                <a:cubicBezTo>
                  <a:pt x="2417356" y="1025012"/>
                  <a:pt x="2387564" y="978842"/>
                  <a:pt x="2341528" y="956260"/>
                </a:cubicBezTo>
                <a:cubicBezTo>
                  <a:pt x="2333151" y="952151"/>
                  <a:pt x="2324486" y="948946"/>
                  <a:pt x="2315585" y="946938"/>
                </a:cubicBezTo>
                <a:lnTo>
                  <a:pt x="2315585" y="1239083"/>
                </a:lnTo>
                <a:cubicBezTo>
                  <a:pt x="2404308" y="1264638"/>
                  <a:pt x="2499083" y="1293869"/>
                  <a:pt x="2528899" y="1441205"/>
                </a:cubicBezTo>
                <a:cubicBezTo>
                  <a:pt x="2541347" y="1532528"/>
                  <a:pt x="2502457" y="1623287"/>
                  <a:pt x="2427762" y="1677447"/>
                </a:cubicBezTo>
                <a:cubicBezTo>
                  <a:pt x="2394006" y="1701923"/>
                  <a:pt x="2355419" y="1717125"/>
                  <a:pt x="2315585" y="1722661"/>
                </a:cubicBezTo>
                <a:lnTo>
                  <a:pt x="2315585" y="1769734"/>
                </a:lnTo>
                <a:lnTo>
                  <a:pt x="2247651" y="1769734"/>
                </a:lnTo>
                <a:lnTo>
                  <a:pt x="2247651" y="1722944"/>
                </a:lnTo>
                <a:cubicBezTo>
                  <a:pt x="2221084" y="1719537"/>
                  <a:pt x="2194881" y="1711743"/>
                  <a:pt x="2170074" y="1699575"/>
                </a:cubicBezTo>
                <a:cubicBezTo>
                  <a:pt x="2086705" y="1658679"/>
                  <a:pt x="2032752" y="1575069"/>
                  <a:pt x="2029842" y="1482255"/>
                </a:cubicBezTo>
                <a:lnTo>
                  <a:pt x="2142102" y="1478734"/>
                </a:lnTo>
                <a:cubicBezTo>
                  <a:pt x="2143709" y="1529986"/>
                  <a:pt x="2173501" y="1576156"/>
                  <a:pt x="2219537" y="1598738"/>
                </a:cubicBezTo>
                <a:cubicBezTo>
                  <a:pt x="2228602" y="1603184"/>
                  <a:pt x="2238004" y="1606573"/>
                  <a:pt x="2247651" y="1608616"/>
                </a:cubicBezTo>
                <a:lnTo>
                  <a:pt x="2247651" y="1335176"/>
                </a:lnTo>
                <a:cubicBezTo>
                  <a:pt x="2162261" y="1314127"/>
                  <a:pt x="2069489" y="1278142"/>
                  <a:pt x="2032173" y="1115597"/>
                </a:cubicBezTo>
                <a:cubicBezTo>
                  <a:pt x="2019217" y="1023646"/>
                  <a:pt x="2058125" y="932061"/>
                  <a:pt x="2133303" y="877552"/>
                </a:cubicBezTo>
                <a:cubicBezTo>
                  <a:pt x="2167670" y="852632"/>
                  <a:pt x="2207046" y="837325"/>
                  <a:pt x="2247651" y="832077"/>
                </a:cubicBezTo>
                <a:close/>
                <a:moveTo>
                  <a:pt x="2280470" y="617534"/>
                </a:moveTo>
                <a:cubicBezTo>
                  <a:pt x="1915981" y="617534"/>
                  <a:pt x="1620504" y="913011"/>
                  <a:pt x="1620504" y="1277500"/>
                </a:cubicBezTo>
                <a:cubicBezTo>
                  <a:pt x="1620504" y="1641989"/>
                  <a:pt x="1915981" y="1937466"/>
                  <a:pt x="2280470" y="1937466"/>
                </a:cubicBezTo>
                <a:cubicBezTo>
                  <a:pt x="2644959" y="1937466"/>
                  <a:pt x="2940436" y="1641989"/>
                  <a:pt x="2940436" y="1277500"/>
                </a:cubicBezTo>
                <a:cubicBezTo>
                  <a:pt x="2940436" y="913011"/>
                  <a:pt x="2644959" y="617534"/>
                  <a:pt x="2280470" y="617534"/>
                </a:cubicBezTo>
                <a:close/>
                <a:moveTo>
                  <a:pt x="284505" y="265281"/>
                </a:moveTo>
                <a:lnTo>
                  <a:pt x="4276434" y="265281"/>
                </a:lnTo>
                <a:lnTo>
                  <a:pt x="4276434" y="2289716"/>
                </a:lnTo>
                <a:lnTo>
                  <a:pt x="284505" y="2289716"/>
                </a:lnTo>
                <a:close/>
                <a:moveTo>
                  <a:pt x="180344" y="148161"/>
                </a:moveTo>
                <a:lnTo>
                  <a:pt x="180344" y="2406836"/>
                </a:lnTo>
                <a:lnTo>
                  <a:pt x="4380595" y="2406836"/>
                </a:lnTo>
                <a:lnTo>
                  <a:pt x="4380595" y="148161"/>
                </a:lnTo>
                <a:close/>
                <a:moveTo>
                  <a:pt x="0" y="0"/>
                </a:moveTo>
                <a:lnTo>
                  <a:pt x="4560938" y="0"/>
                </a:lnTo>
                <a:lnTo>
                  <a:pt x="4560938" y="2554996"/>
                </a:lnTo>
                <a:lnTo>
                  <a:pt x="0" y="2554996"/>
                </a:ln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Round Same Side Corner Rectangle 8">
            <a:extLst>
              <a:ext uri="{FF2B5EF4-FFF2-40B4-BE49-F238E27FC236}">
                <a16:creationId xmlns:a16="http://schemas.microsoft.com/office/drawing/2014/main" id="{EBAFE0F1-2C7A-45BB-B72D-F3209C58A871}"/>
              </a:ext>
            </a:extLst>
          </p:cNvPr>
          <p:cNvSpPr/>
          <p:nvPr/>
        </p:nvSpPr>
        <p:spPr>
          <a:xfrm>
            <a:off x="5081962" y="4580793"/>
            <a:ext cx="354992" cy="355537"/>
          </a:xfrm>
          <a:custGeom>
            <a:avLst/>
            <a:gdLst/>
            <a:ahLst/>
            <a:cxnLst/>
            <a:rect l="l" t="t" r="r" b="b"/>
            <a:pathLst>
              <a:path w="3197597" h="3202496">
                <a:moveTo>
                  <a:pt x="601421" y="1611393"/>
                </a:moveTo>
                <a:lnTo>
                  <a:pt x="2596176" y="1611393"/>
                </a:lnTo>
                <a:cubicBezTo>
                  <a:pt x="2928331" y="1611393"/>
                  <a:pt x="3197594" y="1880656"/>
                  <a:pt x="3197594" y="2212811"/>
                </a:cubicBezTo>
                <a:lnTo>
                  <a:pt x="3197594" y="2776360"/>
                </a:lnTo>
                <a:lnTo>
                  <a:pt x="3197597" y="2776360"/>
                </a:lnTo>
                <a:lnTo>
                  <a:pt x="3197597" y="2914824"/>
                </a:lnTo>
                <a:lnTo>
                  <a:pt x="3197198" y="2914824"/>
                </a:lnTo>
                <a:lnTo>
                  <a:pt x="3197198" y="3202496"/>
                </a:lnTo>
                <a:lnTo>
                  <a:pt x="398" y="3202496"/>
                </a:lnTo>
                <a:lnTo>
                  <a:pt x="398" y="2914824"/>
                </a:lnTo>
                <a:lnTo>
                  <a:pt x="0" y="2914824"/>
                </a:lnTo>
                <a:lnTo>
                  <a:pt x="0" y="2212811"/>
                </a:lnTo>
                <a:cubicBezTo>
                  <a:pt x="0" y="1880656"/>
                  <a:pt x="269266" y="1611393"/>
                  <a:pt x="601421" y="1611393"/>
                </a:cubicBezTo>
                <a:close/>
                <a:moveTo>
                  <a:pt x="1598801" y="0"/>
                </a:moveTo>
                <a:cubicBezTo>
                  <a:pt x="1998649" y="0"/>
                  <a:pt x="2322791" y="324142"/>
                  <a:pt x="2322791" y="723993"/>
                </a:cubicBezTo>
                <a:cubicBezTo>
                  <a:pt x="2322791" y="1123843"/>
                  <a:pt x="1998649" y="1447985"/>
                  <a:pt x="1598801" y="1447985"/>
                </a:cubicBezTo>
                <a:cubicBezTo>
                  <a:pt x="1198951" y="1447985"/>
                  <a:pt x="874809" y="1123843"/>
                  <a:pt x="874809" y="723993"/>
                </a:cubicBezTo>
                <a:cubicBezTo>
                  <a:pt x="874809" y="324142"/>
                  <a:pt x="1198951" y="0"/>
                  <a:pt x="1598801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Rounded Rectangle 51">
            <a:extLst>
              <a:ext uri="{FF2B5EF4-FFF2-40B4-BE49-F238E27FC236}">
                <a16:creationId xmlns:a16="http://schemas.microsoft.com/office/drawing/2014/main" id="{40D85981-550F-4407-98D2-B2B4100083C8}"/>
              </a:ext>
            </a:extLst>
          </p:cNvPr>
          <p:cNvSpPr/>
          <p:nvPr/>
        </p:nvSpPr>
        <p:spPr>
          <a:xfrm rot="16200000" flipH="1">
            <a:off x="3981925" y="5211449"/>
            <a:ext cx="367987" cy="346556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3" name="Isosceles Triangle 5">
            <a:extLst>
              <a:ext uri="{FF2B5EF4-FFF2-40B4-BE49-F238E27FC236}">
                <a16:creationId xmlns:a16="http://schemas.microsoft.com/office/drawing/2014/main" id="{94EEA930-E29C-4336-BE14-0113A624C4BC}"/>
              </a:ext>
            </a:extLst>
          </p:cNvPr>
          <p:cNvSpPr>
            <a:spLocks noChangeAspect="1"/>
          </p:cNvSpPr>
          <p:nvPr/>
        </p:nvSpPr>
        <p:spPr>
          <a:xfrm>
            <a:off x="2930315" y="4606542"/>
            <a:ext cx="274662" cy="274365"/>
          </a:xfrm>
          <a:custGeom>
            <a:avLst/>
            <a:gdLst/>
            <a:ahLst/>
            <a:cxnLst/>
            <a:rect l="l" t="t" r="r" b="b"/>
            <a:pathLst>
              <a:path w="3229104" h="3225610">
                <a:moveTo>
                  <a:pt x="2311104" y="907633"/>
                </a:moveTo>
                <a:lnTo>
                  <a:pt x="3229104" y="907633"/>
                </a:lnTo>
                <a:lnTo>
                  <a:pt x="1769979" y="3097491"/>
                </a:lnTo>
                <a:close/>
                <a:moveTo>
                  <a:pt x="823" y="907633"/>
                </a:moveTo>
                <a:lnTo>
                  <a:pt x="918823" y="907633"/>
                </a:lnTo>
                <a:lnTo>
                  <a:pt x="1498048" y="3135591"/>
                </a:lnTo>
                <a:close/>
                <a:moveTo>
                  <a:pt x="1036980" y="907632"/>
                </a:moveTo>
                <a:lnTo>
                  <a:pt x="2192122" y="907632"/>
                </a:lnTo>
                <a:lnTo>
                  <a:pt x="1614551" y="3225610"/>
                </a:lnTo>
                <a:close/>
                <a:moveTo>
                  <a:pt x="2769693" y="0"/>
                </a:moveTo>
                <a:lnTo>
                  <a:pt x="3229104" y="792088"/>
                </a:lnTo>
                <a:lnTo>
                  <a:pt x="2310282" y="792088"/>
                </a:lnTo>
                <a:close/>
                <a:moveTo>
                  <a:pt x="1732713" y="0"/>
                </a:moveTo>
                <a:lnTo>
                  <a:pt x="2651535" y="0"/>
                </a:lnTo>
                <a:lnTo>
                  <a:pt x="2192124" y="792088"/>
                </a:lnTo>
                <a:close/>
                <a:moveTo>
                  <a:pt x="1614553" y="0"/>
                </a:moveTo>
                <a:lnTo>
                  <a:pt x="2073964" y="792088"/>
                </a:lnTo>
                <a:lnTo>
                  <a:pt x="1155142" y="792088"/>
                </a:lnTo>
                <a:close/>
                <a:moveTo>
                  <a:pt x="577571" y="0"/>
                </a:moveTo>
                <a:lnTo>
                  <a:pt x="1496393" y="0"/>
                </a:lnTo>
                <a:lnTo>
                  <a:pt x="1036982" y="792088"/>
                </a:lnTo>
                <a:close/>
                <a:moveTo>
                  <a:pt x="459411" y="0"/>
                </a:moveTo>
                <a:lnTo>
                  <a:pt x="918822" y="792088"/>
                </a:lnTo>
                <a:lnTo>
                  <a:pt x="0" y="792088"/>
                </a:ln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4" name="Trapezoid 22">
            <a:extLst>
              <a:ext uri="{FF2B5EF4-FFF2-40B4-BE49-F238E27FC236}">
                <a16:creationId xmlns:a16="http://schemas.microsoft.com/office/drawing/2014/main" id="{8060F8F4-88D1-403E-AEED-026342856024}"/>
              </a:ext>
            </a:extLst>
          </p:cNvPr>
          <p:cNvSpPr>
            <a:spLocks noChangeAspect="1"/>
          </p:cNvSpPr>
          <p:nvPr/>
        </p:nvSpPr>
        <p:spPr>
          <a:xfrm>
            <a:off x="3979197" y="4652155"/>
            <a:ext cx="360000" cy="183139"/>
          </a:xfrm>
          <a:custGeom>
            <a:avLst/>
            <a:gdLst/>
            <a:ahLst/>
            <a:cxnLst/>
            <a:rect l="l" t="t" r="r" b="b"/>
            <a:pathLst>
              <a:path w="3261500" h="1659188">
                <a:moveTo>
                  <a:pt x="121102" y="1436888"/>
                </a:moveTo>
                <a:lnTo>
                  <a:pt x="3045452" y="1436888"/>
                </a:lnTo>
                <a:cubicBezTo>
                  <a:pt x="3001437" y="1508238"/>
                  <a:pt x="2956882" y="1580993"/>
                  <a:pt x="2918729" y="1659188"/>
                </a:cubicBezTo>
                <a:lnTo>
                  <a:pt x="202648" y="1659188"/>
                </a:lnTo>
                <a:cubicBezTo>
                  <a:pt x="188127" y="1585004"/>
                  <a:pt x="156049" y="1510828"/>
                  <a:pt x="121102" y="1436888"/>
                </a:cubicBezTo>
                <a:close/>
                <a:moveTo>
                  <a:pt x="2814967" y="1119413"/>
                </a:moveTo>
                <a:lnTo>
                  <a:pt x="2814967" y="1227413"/>
                </a:lnTo>
                <a:lnTo>
                  <a:pt x="2922967" y="1227413"/>
                </a:lnTo>
                <a:lnTo>
                  <a:pt x="2922967" y="1119413"/>
                </a:lnTo>
                <a:close/>
                <a:moveTo>
                  <a:pt x="2600074" y="1119413"/>
                </a:moveTo>
                <a:lnTo>
                  <a:pt x="2600074" y="1227413"/>
                </a:lnTo>
                <a:lnTo>
                  <a:pt x="2708074" y="1227413"/>
                </a:lnTo>
                <a:lnTo>
                  <a:pt x="2708074" y="1119413"/>
                </a:lnTo>
                <a:close/>
                <a:moveTo>
                  <a:pt x="2385182" y="1119413"/>
                </a:moveTo>
                <a:lnTo>
                  <a:pt x="2385182" y="1227413"/>
                </a:lnTo>
                <a:lnTo>
                  <a:pt x="2493182" y="1227413"/>
                </a:lnTo>
                <a:lnTo>
                  <a:pt x="2493182" y="1119413"/>
                </a:lnTo>
                <a:close/>
                <a:moveTo>
                  <a:pt x="1716569" y="1119413"/>
                </a:moveTo>
                <a:lnTo>
                  <a:pt x="1716569" y="1227413"/>
                </a:lnTo>
                <a:lnTo>
                  <a:pt x="1824569" y="1227413"/>
                </a:lnTo>
                <a:lnTo>
                  <a:pt x="1824569" y="1119413"/>
                </a:lnTo>
                <a:close/>
                <a:moveTo>
                  <a:pt x="1501676" y="1119413"/>
                </a:moveTo>
                <a:lnTo>
                  <a:pt x="1501676" y="1227413"/>
                </a:lnTo>
                <a:lnTo>
                  <a:pt x="1609676" y="1227413"/>
                </a:lnTo>
                <a:lnTo>
                  <a:pt x="1609676" y="1119413"/>
                </a:lnTo>
                <a:close/>
                <a:moveTo>
                  <a:pt x="1286784" y="1119413"/>
                </a:moveTo>
                <a:lnTo>
                  <a:pt x="1286784" y="1227413"/>
                </a:lnTo>
                <a:lnTo>
                  <a:pt x="1394784" y="1227413"/>
                </a:lnTo>
                <a:lnTo>
                  <a:pt x="1394784" y="1119413"/>
                </a:lnTo>
                <a:close/>
                <a:moveTo>
                  <a:pt x="1071892" y="1119413"/>
                </a:moveTo>
                <a:lnTo>
                  <a:pt x="1071892" y="1227413"/>
                </a:lnTo>
                <a:lnTo>
                  <a:pt x="1179892" y="1227413"/>
                </a:lnTo>
                <a:lnTo>
                  <a:pt x="1179892" y="1119413"/>
                </a:lnTo>
                <a:close/>
                <a:moveTo>
                  <a:pt x="857000" y="1119413"/>
                </a:moveTo>
                <a:lnTo>
                  <a:pt x="857000" y="1227413"/>
                </a:lnTo>
                <a:lnTo>
                  <a:pt x="965000" y="1227413"/>
                </a:lnTo>
                <a:lnTo>
                  <a:pt x="965000" y="1119413"/>
                </a:lnTo>
                <a:close/>
                <a:moveTo>
                  <a:pt x="642108" y="1119413"/>
                </a:moveTo>
                <a:lnTo>
                  <a:pt x="642108" y="1227413"/>
                </a:lnTo>
                <a:lnTo>
                  <a:pt x="750108" y="1227413"/>
                </a:lnTo>
                <a:lnTo>
                  <a:pt x="750108" y="1119413"/>
                </a:lnTo>
                <a:close/>
                <a:moveTo>
                  <a:pt x="427216" y="1119413"/>
                </a:moveTo>
                <a:lnTo>
                  <a:pt x="427216" y="1227413"/>
                </a:lnTo>
                <a:lnTo>
                  <a:pt x="535216" y="1227413"/>
                </a:lnTo>
                <a:lnTo>
                  <a:pt x="535216" y="1119413"/>
                </a:lnTo>
                <a:close/>
                <a:moveTo>
                  <a:pt x="356387" y="794045"/>
                </a:moveTo>
                <a:lnTo>
                  <a:pt x="310667" y="896924"/>
                </a:lnTo>
                <a:lnTo>
                  <a:pt x="2620886" y="908354"/>
                </a:lnTo>
                <a:lnTo>
                  <a:pt x="2540130" y="801665"/>
                </a:lnTo>
                <a:close/>
                <a:moveTo>
                  <a:pt x="382676" y="631248"/>
                </a:moveTo>
                <a:lnTo>
                  <a:pt x="363625" y="730317"/>
                </a:lnTo>
                <a:lnTo>
                  <a:pt x="2492522" y="737937"/>
                </a:lnTo>
                <a:lnTo>
                  <a:pt x="2418771" y="631248"/>
                </a:lnTo>
                <a:close/>
                <a:moveTo>
                  <a:pt x="1756650" y="318899"/>
                </a:moveTo>
                <a:lnTo>
                  <a:pt x="1756650" y="477608"/>
                </a:lnTo>
                <a:lnTo>
                  <a:pt x="1900650" y="477608"/>
                </a:lnTo>
                <a:lnTo>
                  <a:pt x="1900650" y="318899"/>
                </a:lnTo>
                <a:close/>
                <a:moveTo>
                  <a:pt x="1470038" y="318899"/>
                </a:moveTo>
                <a:lnTo>
                  <a:pt x="1470038" y="477608"/>
                </a:lnTo>
                <a:lnTo>
                  <a:pt x="1614038" y="477608"/>
                </a:lnTo>
                <a:lnTo>
                  <a:pt x="1614038" y="318899"/>
                </a:lnTo>
                <a:close/>
                <a:moveTo>
                  <a:pt x="1183427" y="318899"/>
                </a:moveTo>
                <a:lnTo>
                  <a:pt x="1183427" y="477608"/>
                </a:lnTo>
                <a:lnTo>
                  <a:pt x="1327427" y="477608"/>
                </a:lnTo>
                <a:lnTo>
                  <a:pt x="1327427" y="318899"/>
                </a:lnTo>
                <a:close/>
                <a:moveTo>
                  <a:pt x="896816" y="318899"/>
                </a:moveTo>
                <a:lnTo>
                  <a:pt x="896816" y="477608"/>
                </a:lnTo>
                <a:lnTo>
                  <a:pt x="1040816" y="477608"/>
                </a:lnTo>
                <a:lnTo>
                  <a:pt x="1040816" y="318899"/>
                </a:lnTo>
                <a:close/>
                <a:moveTo>
                  <a:pt x="1190618" y="0"/>
                </a:moveTo>
                <a:lnTo>
                  <a:pt x="1271830" y="0"/>
                </a:lnTo>
                <a:lnTo>
                  <a:pt x="1308266" y="193836"/>
                </a:lnTo>
                <a:lnTo>
                  <a:pt x="1977660" y="193836"/>
                </a:lnTo>
                <a:lnTo>
                  <a:pt x="2138144" y="525639"/>
                </a:lnTo>
                <a:lnTo>
                  <a:pt x="2421400" y="525639"/>
                </a:lnTo>
                <a:lnTo>
                  <a:pt x="2750195" y="950920"/>
                </a:lnTo>
                <a:lnTo>
                  <a:pt x="3261500" y="937238"/>
                </a:lnTo>
                <a:cubicBezTo>
                  <a:pt x="3244841" y="1097170"/>
                  <a:pt x="3172191" y="1230845"/>
                  <a:pt x="3089450" y="1364888"/>
                </a:cubicBezTo>
                <a:lnTo>
                  <a:pt x="88044" y="1364888"/>
                </a:lnTo>
                <a:cubicBezTo>
                  <a:pt x="35437" y="1251413"/>
                  <a:pt x="-11245" y="1137942"/>
                  <a:pt x="2399" y="1024450"/>
                </a:cubicBezTo>
                <a:lnTo>
                  <a:pt x="197767" y="1019222"/>
                </a:lnTo>
                <a:lnTo>
                  <a:pt x="321162" y="525639"/>
                </a:lnTo>
                <a:lnTo>
                  <a:pt x="681951" y="525639"/>
                </a:lnTo>
                <a:lnTo>
                  <a:pt x="764901" y="193836"/>
                </a:lnTo>
                <a:lnTo>
                  <a:pt x="930048" y="193836"/>
                </a:lnTo>
                <a:lnTo>
                  <a:pt x="966373" y="588"/>
                </a:lnTo>
                <a:lnTo>
                  <a:pt x="1047585" y="588"/>
                </a:lnTo>
                <a:lnTo>
                  <a:pt x="1083910" y="193836"/>
                </a:lnTo>
                <a:lnTo>
                  <a:pt x="1154183" y="193836"/>
                </a:ln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Rounded Rectangle 20">
            <a:extLst>
              <a:ext uri="{FF2B5EF4-FFF2-40B4-BE49-F238E27FC236}">
                <a16:creationId xmlns:a16="http://schemas.microsoft.com/office/drawing/2014/main" id="{01697A21-A1FB-4E3F-AC99-23798234E94B}"/>
              </a:ext>
            </a:extLst>
          </p:cNvPr>
          <p:cNvSpPr>
            <a:spLocks noChangeAspect="1"/>
          </p:cNvSpPr>
          <p:nvPr/>
        </p:nvSpPr>
        <p:spPr>
          <a:xfrm rot="2160000">
            <a:off x="4562265" y="4563724"/>
            <a:ext cx="333647" cy="360000"/>
          </a:xfrm>
          <a:custGeom>
            <a:avLst/>
            <a:gdLst/>
            <a:ahLst/>
            <a:cxnLst/>
            <a:rect l="l" t="t" r="r" b="b"/>
            <a:pathLst>
              <a:path w="2735240" h="2951283">
                <a:moveTo>
                  <a:pt x="945240" y="943134"/>
                </a:moveTo>
                <a:cubicBezTo>
                  <a:pt x="504657" y="1263236"/>
                  <a:pt x="406988" y="1879894"/>
                  <a:pt x="727090" y="2320477"/>
                </a:cubicBezTo>
                <a:cubicBezTo>
                  <a:pt x="1047193" y="2761060"/>
                  <a:pt x="1663850" y="2858729"/>
                  <a:pt x="2104434" y="2538627"/>
                </a:cubicBezTo>
                <a:cubicBezTo>
                  <a:pt x="2545017" y="2218524"/>
                  <a:pt x="2642686" y="1601867"/>
                  <a:pt x="2322584" y="1161283"/>
                </a:cubicBezTo>
                <a:cubicBezTo>
                  <a:pt x="2003839" y="722570"/>
                  <a:pt x="1391052" y="623866"/>
                  <a:pt x="951049" y="939346"/>
                </a:cubicBezTo>
                <a:lnTo>
                  <a:pt x="1557721" y="1618250"/>
                </a:lnTo>
                <a:cubicBezTo>
                  <a:pt x="1596798" y="1621348"/>
                  <a:pt x="1633874" y="1641400"/>
                  <a:pt x="1658719" y="1675596"/>
                </a:cubicBezTo>
                <a:cubicBezTo>
                  <a:pt x="1705470" y="1739944"/>
                  <a:pt x="1691206" y="1830007"/>
                  <a:pt x="1626858" y="1876758"/>
                </a:cubicBezTo>
                <a:cubicBezTo>
                  <a:pt x="1562511" y="1923509"/>
                  <a:pt x="1472448" y="1909245"/>
                  <a:pt x="1425696" y="1844897"/>
                </a:cubicBezTo>
                <a:cubicBezTo>
                  <a:pt x="1398776" y="1807844"/>
                  <a:pt x="1392087" y="1762265"/>
                  <a:pt x="1405709" y="1721944"/>
                </a:cubicBezTo>
                <a:lnTo>
                  <a:pt x="950242" y="939871"/>
                </a:lnTo>
                <a:cubicBezTo>
                  <a:pt x="948462" y="940800"/>
                  <a:pt x="946850" y="941964"/>
                  <a:pt x="945240" y="943134"/>
                </a:cubicBezTo>
                <a:close/>
                <a:moveTo>
                  <a:pt x="390013" y="178929"/>
                </a:moveTo>
                <a:cubicBezTo>
                  <a:pt x="223423" y="299964"/>
                  <a:pt x="186493" y="533130"/>
                  <a:pt x="307528" y="699721"/>
                </a:cubicBezTo>
                <a:cubicBezTo>
                  <a:pt x="392822" y="817118"/>
                  <a:pt x="533802" y="870124"/>
                  <a:pt x="667672" y="847235"/>
                </a:cubicBezTo>
                <a:lnTo>
                  <a:pt x="556452" y="694153"/>
                </a:lnTo>
                <a:lnTo>
                  <a:pt x="528500" y="714461"/>
                </a:lnTo>
                <a:cubicBezTo>
                  <a:pt x="498835" y="736014"/>
                  <a:pt x="457314" y="729437"/>
                  <a:pt x="435761" y="699772"/>
                </a:cubicBezTo>
                <a:lnTo>
                  <a:pt x="341779" y="570418"/>
                </a:lnTo>
                <a:cubicBezTo>
                  <a:pt x="320226" y="540753"/>
                  <a:pt x="326803" y="499231"/>
                  <a:pt x="356468" y="477679"/>
                </a:cubicBezTo>
                <a:lnTo>
                  <a:pt x="684509" y="239343"/>
                </a:lnTo>
                <a:cubicBezTo>
                  <a:pt x="714174" y="217790"/>
                  <a:pt x="755695" y="224366"/>
                  <a:pt x="777248" y="254031"/>
                </a:cubicBezTo>
                <a:lnTo>
                  <a:pt x="871230" y="383386"/>
                </a:lnTo>
                <a:cubicBezTo>
                  <a:pt x="892782" y="413051"/>
                  <a:pt x="886206" y="454572"/>
                  <a:pt x="856541" y="476125"/>
                </a:cubicBezTo>
                <a:lnTo>
                  <a:pt x="828590" y="496433"/>
                </a:lnTo>
                <a:lnTo>
                  <a:pt x="939810" y="649514"/>
                </a:lnTo>
                <a:cubicBezTo>
                  <a:pt x="1002947" y="529270"/>
                  <a:pt x="996100" y="378811"/>
                  <a:pt x="910806" y="261414"/>
                </a:cubicBezTo>
                <a:cubicBezTo>
                  <a:pt x="789771" y="94824"/>
                  <a:pt x="556604" y="57894"/>
                  <a:pt x="390013" y="178929"/>
                </a:cubicBezTo>
                <a:close/>
                <a:moveTo>
                  <a:pt x="326716" y="91807"/>
                </a:moveTo>
                <a:cubicBezTo>
                  <a:pt x="541423" y="-64186"/>
                  <a:pt x="841934" y="-16590"/>
                  <a:pt x="997927" y="198117"/>
                </a:cubicBezTo>
                <a:cubicBezTo>
                  <a:pt x="1090326" y="325293"/>
                  <a:pt x="1111296" y="482575"/>
                  <a:pt x="1067359" y="621566"/>
                </a:cubicBezTo>
                <a:cubicBezTo>
                  <a:pt x="1125087" y="596400"/>
                  <a:pt x="1184605" y="577365"/>
                  <a:pt x="1244892" y="563339"/>
                </a:cubicBezTo>
                <a:lnTo>
                  <a:pt x="1244892" y="425809"/>
                </a:lnTo>
                <a:lnTo>
                  <a:pt x="1238396" y="425809"/>
                </a:lnTo>
                <a:cubicBezTo>
                  <a:pt x="1203300" y="425809"/>
                  <a:pt x="1174849" y="397358"/>
                  <a:pt x="1174849" y="362262"/>
                </a:cubicBezTo>
                <a:lnTo>
                  <a:pt x="1174849" y="209229"/>
                </a:lnTo>
                <a:cubicBezTo>
                  <a:pt x="1174849" y="191681"/>
                  <a:pt x="1181962" y="175794"/>
                  <a:pt x="1193462" y="164294"/>
                </a:cubicBezTo>
                <a:cubicBezTo>
                  <a:pt x="1204961" y="152795"/>
                  <a:pt x="1220848" y="145682"/>
                  <a:pt x="1238396" y="145682"/>
                </a:cubicBezTo>
                <a:lnTo>
                  <a:pt x="1484804" y="145682"/>
                </a:lnTo>
                <a:cubicBezTo>
                  <a:pt x="1519900" y="145682"/>
                  <a:pt x="1548351" y="174133"/>
                  <a:pt x="1548351" y="209229"/>
                </a:cubicBezTo>
                <a:lnTo>
                  <a:pt x="1548351" y="362262"/>
                </a:lnTo>
                <a:cubicBezTo>
                  <a:pt x="1548351" y="397358"/>
                  <a:pt x="1519900" y="425809"/>
                  <a:pt x="1484804" y="425809"/>
                </a:cubicBezTo>
                <a:lnTo>
                  <a:pt x="1478305" y="425809"/>
                </a:lnTo>
                <a:lnTo>
                  <a:pt x="1478305" y="531522"/>
                </a:lnTo>
                <a:cubicBezTo>
                  <a:pt x="1867969" y="516696"/>
                  <a:pt x="2257580" y="690299"/>
                  <a:pt x="2504004" y="1029474"/>
                </a:cubicBezTo>
                <a:cubicBezTo>
                  <a:pt x="2896903" y="1570253"/>
                  <a:pt x="2777023" y="2327148"/>
                  <a:pt x="2236244" y="2720047"/>
                </a:cubicBezTo>
                <a:cubicBezTo>
                  <a:pt x="1695464" y="3112946"/>
                  <a:pt x="938569" y="2993066"/>
                  <a:pt x="545670" y="2452287"/>
                </a:cubicBezTo>
                <a:cubicBezTo>
                  <a:pt x="302842" y="2118063"/>
                  <a:pt x="255883" y="1701289"/>
                  <a:pt x="383624" y="1339097"/>
                </a:cubicBezTo>
                <a:lnTo>
                  <a:pt x="271337" y="1301981"/>
                </a:lnTo>
                <a:lnTo>
                  <a:pt x="269200" y="1308446"/>
                </a:lnTo>
                <a:cubicBezTo>
                  <a:pt x="258184" y="1341768"/>
                  <a:pt x="222242" y="1359852"/>
                  <a:pt x="188919" y="1348836"/>
                </a:cubicBezTo>
                <a:lnTo>
                  <a:pt x="43619" y="1300805"/>
                </a:lnTo>
                <a:cubicBezTo>
                  <a:pt x="10297" y="1289790"/>
                  <a:pt x="-7787" y="1253847"/>
                  <a:pt x="3228" y="1220525"/>
                </a:cubicBezTo>
                <a:lnTo>
                  <a:pt x="80565" y="986568"/>
                </a:lnTo>
                <a:cubicBezTo>
                  <a:pt x="86073" y="969906"/>
                  <a:pt x="97812" y="957056"/>
                  <a:pt x="112340" y="949746"/>
                </a:cubicBezTo>
                <a:cubicBezTo>
                  <a:pt x="126869" y="942436"/>
                  <a:pt x="144185" y="940669"/>
                  <a:pt x="160847" y="946177"/>
                </a:cubicBezTo>
                <a:lnTo>
                  <a:pt x="306147" y="994208"/>
                </a:lnTo>
                <a:cubicBezTo>
                  <a:pt x="339468" y="1005223"/>
                  <a:pt x="357552" y="1041166"/>
                  <a:pt x="346537" y="1074488"/>
                </a:cubicBezTo>
                <a:lnTo>
                  <a:pt x="344596" y="1080361"/>
                </a:lnTo>
                <a:lnTo>
                  <a:pt x="482601" y="1125980"/>
                </a:lnTo>
                <a:cubicBezTo>
                  <a:pt x="516519" y="1067404"/>
                  <a:pt x="556040" y="1011588"/>
                  <a:pt x="601675" y="959905"/>
                </a:cubicBezTo>
                <a:cubicBezTo>
                  <a:pt x="455910" y="958740"/>
                  <a:pt x="312806" y="890195"/>
                  <a:pt x="220407" y="763018"/>
                </a:cubicBezTo>
                <a:cubicBezTo>
                  <a:pt x="64413" y="548311"/>
                  <a:pt x="112009" y="247801"/>
                  <a:pt x="326716" y="91807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Trapezoid 28">
            <a:extLst>
              <a:ext uri="{FF2B5EF4-FFF2-40B4-BE49-F238E27FC236}">
                <a16:creationId xmlns:a16="http://schemas.microsoft.com/office/drawing/2014/main" id="{F75052F6-B0B4-49A2-BD49-1D987F7E38C6}"/>
              </a:ext>
            </a:extLst>
          </p:cNvPr>
          <p:cNvSpPr>
            <a:spLocks noChangeAspect="1"/>
          </p:cNvSpPr>
          <p:nvPr/>
        </p:nvSpPr>
        <p:spPr>
          <a:xfrm>
            <a:off x="608003" y="4563724"/>
            <a:ext cx="297055" cy="360000"/>
          </a:xfrm>
          <a:custGeom>
            <a:avLst/>
            <a:gdLst/>
            <a:ahLst/>
            <a:cxnLst/>
            <a:rect l="l" t="t" r="r" b="b"/>
            <a:pathLst>
              <a:path w="2664297" h="3228846">
                <a:moveTo>
                  <a:pt x="2006233" y="1910002"/>
                </a:moveTo>
                <a:cubicBezTo>
                  <a:pt x="2195393" y="2270441"/>
                  <a:pt x="2396463" y="2592453"/>
                  <a:pt x="2218318" y="2693318"/>
                </a:cubicBezTo>
                <a:cubicBezTo>
                  <a:pt x="1760490" y="2959655"/>
                  <a:pt x="875097" y="3011972"/>
                  <a:pt x="413381" y="2693318"/>
                </a:cubicBezTo>
                <a:cubicBezTo>
                  <a:pt x="278026" y="2578660"/>
                  <a:pt x="448417" y="2270210"/>
                  <a:pt x="622358" y="1918652"/>
                </a:cubicBezTo>
                <a:close/>
                <a:moveTo>
                  <a:pt x="998355" y="318176"/>
                </a:moveTo>
                <a:lnTo>
                  <a:pt x="1054483" y="938365"/>
                </a:lnTo>
                <a:cubicBezTo>
                  <a:pt x="1073419" y="1202005"/>
                  <a:pt x="-94533" y="2544942"/>
                  <a:pt x="263185" y="2803859"/>
                </a:cubicBezTo>
                <a:cubicBezTo>
                  <a:pt x="799752" y="3120272"/>
                  <a:pt x="1828684" y="3068324"/>
                  <a:pt x="2360732" y="2803859"/>
                </a:cubicBezTo>
                <a:cubicBezTo>
                  <a:pt x="2817826" y="2582721"/>
                  <a:pt x="1567592" y="1249230"/>
                  <a:pt x="1559424" y="938364"/>
                </a:cubicBezTo>
                <a:lnTo>
                  <a:pt x="1635785" y="320808"/>
                </a:lnTo>
                <a:lnTo>
                  <a:pt x="1616510" y="323841"/>
                </a:lnTo>
                <a:cubicBezTo>
                  <a:pt x="1541035" y="362546"/>
                  <a:pt x="1432716" y="386340"/>
                  <a:pt x="1312455" y="386340"/>
                </a:cubicBezTo>
                <a:cubicBezTo>
                  <a:pt x="1186664" y="386340"/>
                  <a:pt x="1073940" y="360308"/>
                  <a:pt x="998355" y="318176"/>
                </a:cubicBezTo>
                <a:close/>
                <a:moveTo>
                  <a:pt x="1312455" y="60748"/>
                </a:moveTo>
                <a:cubicBezTo>
                  <a:pt x="1155275" y="60748"/>
                  <a:pt x="1027857" y="120035"/>
                  <a:pt x="1027857" y="193171"/>
                </a:cubicBezTo>
                <a:cubicBezTo>
                  <a:pt x="1027857" y="266307"/>
                  <a:pt x="1155275" y="325594"/>
                  <a:pt x="1312455" y="325594"/>
                </a:cubicBezTo>
                <a:cubicBezTo>
                  <a:pt x="1469634" y="325594"/>
                  <a:pt x="1597052" y="266307"/>
                  <a:pt x="1597052" y="193171"/>
                </a:cubicBezTo>
                <a:cubicBezTo>
                  <a:pt x="1597052" y="120035"/>
                  <a:pt x="1469634" y="60748"/>
                  <a:pt x="1312455" y="60748"/>
                </a:cubicBezTo>
                <a:close/>
                <a:moveTo>
                  <a:pt x="1312455" y="0"/>
                </a:moveTo>
                <a:cubicBezTo>
                  <a:pt x="1537130" y="0"/>
                  <a:pt x="1720121" y="83046"/>
                  <a:pt x="1726235" y="186847"/>
                </a:cubicBezTo>
                <a:cubicBezTo>
                  <a:pt x="1726742" y="186524"/>
                  <a:pt x="1727174" y="186120"/>
                  <a:pt x="1727606" y="185717"/>
                </a:cubicBezTo>
                <a:lnTo>
                  <a:pt x="1727102" y="190850"/>
                </a:lnTo>
                <a:cubicBezTo>
                  <a:pt x="1727595" y="191614"/>
                  <a:pt x="1727605" y="192391"/>
                  <a:pt x="1727605" y="193170"/>
                </a:cubicBezTo>
                <a:lnTo>
                  <a:pt x="1726271" y="199326"/>
                </a:lnTo>
                <a:lnTo>
                  <a:pt x="1655630" y="919826"/>
                </a:lnTo>
                <a:cubicBezTo>
                  <a:pt x="1665213" y="1268678"/>
                  <a:pt x="3079202" y="2735754"/>
                  <a:pt x="2542920" y="2983914"/>
                </a:cubicBezTo>
                <a:cubicBezTo>
                  <a:pt x="1918698" y="3280693"/>
                  <a:pt x="711513" y="3338989"/>
                  <a:pt x="81991" y="2983914"/>
                </a:cubicBezTo>
                <a:cubicBezTo>
                  <a:pt x="-337699" y="2693358"/>
                  <a:pt x="991496" y="1215684"/>
                  <a:pt x="969280" y="919828"/>
                </a:cubicBezTo>
                <a:lnTo>
                  <a:pt x="898640" y="199335"/>
                </a:lnTo>
                <a:cubicBezTo>
                  <a:pt x="897375" y="197339"/>
                  <a:pt x="897304" y="195258"/>
                  <a:pt x="897304" y="193170"/>
                </a:cubicBezTo>
                <a:lnTo>
                  <a:pt x="897808" y="190847"/>
                </a:lnTo>
                <a:lnTo>
                  <a:pt x="897305" y="185717"/>
                </a:lnTo>
                <a:lnTo>
                  <a:pt x="898687" y="186789"/>
                </a:lnTo>
                <a:cubicBezTo>
                  <a:pt x="904857" y="83015"/>
                  <a:pt x="1087821" y="0"/>
                  <a:pt x="1312455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7" name="Rounded Rectangle 2">
            <a:extLst>
              <a:ext uri="{FF2B5EF4-FFF2-40B4-BE49-F238E27FC236}">
                <a16:creationId xmlns:a16="http://schemas.microsoft.com/office/drawing/2014/main" id="{6C7B569D-B6C4-4D82-8705-2A9CB6561D64}"/>
              </a:ext>
            </a:extLst>
          </p:cNvPr>
          <p:cNvSpPr/>
          <p:nvPr/>
        </p:nvSpPr>
        <p:spPr>
          <a:xfrm>
            <a:off x="1155626" y="5215886"/>
            <a:ext cx="352834" cy="352834"/>
          </a:xfrm>
          <a:custGeom>
            <a:avLst/>
            <a:gdLst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71732 w 3960440"/>
              <a:gd name="connsiteY2" fmla="*/ 2285845 h 3960000"/>
              <a:gd name="connsiteX3" fmla="*/ 1338560 w 3960440"/>
              <a:gd name="connsiteY3" fmla="*/ 1981614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71732 w 3960440"/>
              <a:gd name="connsiteY2" fmla="*/ 2285845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328015 w 3960440"/>
              <a:gd name="connsiteY3" fmla="*/ 1812920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328015 w 3960440"/>
              <a:gd name="connsiteY3" fmla="*/ 1812920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960440" h="3960000">
                <a:moveTo>
                  <a:pt x="1979373" y="472350"/>
                </a:moveTo>
                <a:cubicBezTo>
                  <a:pt x="1228307" y="485871"/>
                  <a:pt x="850011" y="1078219"/>
                  <a:pt x="813783" y="1434034"/>
                </a:cubicBezTo>
                <a:cubicBezTo>
                  <a:pt x="787561" y="1781828"/>
                  <a:pt x="889690" y="2005359"/>
                  <a:pt x="1119009" y="2222584"/>
                </a:cubicBezTo>
                <a:cubicBezTo>
                  <a:pt x="1178964" y="2123026"/>
                  <a:pt x="1260199" y="1908547"/>
                  <a:pt x="1328015" y="1812920"/>
                </a:cubicBezTo>
                <a:cubicBezTo>
                  <a:pt x="1222115" y="1647651"/>
                  <a:pt x="1255483" y="1756375"/>
                  <a:pt x="1234998" y="1431771"/>
                </a:cubicBezTo>
                <a:cubicBezTo>
                  <a:pt x="1331609" y="922504"/>
                  <a:pt x="1719145" y="812633"/>
                  <a:pt x="2217373" y="891303"/>
                </a:cubicBezTo>
                <a:cubicBezTo>
                  <a:pt x="2693518" y="1016895"/>
                  <a:pt x="2787642" y="1344599"/>
                  <a:pt x="2783502" y="1606823"/>
                </a:cubicBezTo>
                <a:cubicBezTo>
                  <a:pt x="2771081" y="1743454"/>
                  <a:pt x="2679609" y="2064482"/>
                  <a:pt x="2456028" y="2225955"/>
                </a:cubicBezTo>
                <a:cubicBezTo>
                  <a:pt x="2192422" y="2399851"/>
                  <a:pt x="2004893" y="2209395"/>
                  <a:pt x="2026974" y="2018938"/>
                </a:cubicBezTo>
                <a:cubicBezTo>
                  <a:pt x="2072519" y="1810540"/>
                  <a:pt x="2086043" y="1754994"/>
                  <a:pt x="2135727" y="1554876"/>
                </a:cubicBezTo>
                <a:cubicBezTo>
                  <a:pt x="2195073" y="1382360"/>
                  <a:pt x="2084273" y="1259912"/>
                  <a:pt x="1915898" y="1219889"/>
                </a:cubicBezTo>
                <a:cubicBezTo>
                  <a:pt x="1750283" y="1186766"/>
                  <a:pt x="1626460" y="1331294"/>
                  <a:pt x="1589196" y="1434803"/>
                </a:cubicBezTo>
                <a:cubicBezTo>
                  <a:pt x="1499489" y="1732912"/>
                  <a:pt x="1614533" y="1824000"/>
                  <a:pt x="1574511" y="1939931"/>
                </a:cubicBezTo>
                <a:cubicBezTo>
                  <a:pt x="1332991" y="2671400"/>
                  <a:pt x="1220920" y="3468343"/>
                  <a:pt x="1339611" y="3487664"/>
                </a:cubicBezTo>
                <a:cubicBezTo>
                  <a:pt x="1434840" y="3497327"/>
                  <a:pt x="1730357" y="3129057"/>
                  <a:pt x="1887692" y="2422431"/>
                </a:cubicBezTo>
                <a:cubicBezTo>
                  <a:pt x="1985681" y="2531460"/>
                  <a:pt x="2093439" y="2747804"/>
                  <a:pt x="2336342" y="2720202"/>
                </a:cubicBezTo>
                <a:cubicBezTo>
                  <a:pt x="2693796" y="2666377"/>
                  <a:pt x="3092265" y="2401394"/>
                  <a:pt x="3176454" y="1627140"/>
                </a:cubicBezTo>
                <a:cubicBezTo>
                  <a:pt x="3254038" y="999456"/>
                  <a:pt x="2816023" y="430731"/>
                  <a:pt x="1979373" y="472350"/>
                </a:cubicBezTo>
                <a:close/>
                <a:moveTo>
                  <a:pt x="436907" y="0"/>
                </a:moveTo>
                <a:lnTo>
                  <a:pt x="3523533" y="0"/>
                </a:lnTo>
                <a:cubicBezTo>
                  <a:pt x="3764830" y="0"/>
                  <a:pt x="3960440" y="195610"/>
                  <a:pt x="3960440" y="436907"/>
                </a:cubicBezTo>
                <a:lnTo>
                  <a:pt x="3960440" y="3523093"/>
                </a:lnTo>
                <a:cubicBezTo>
                  <a:pt x="3960440" y="3764390"/>
                  <a:pt x="3764830" y="3960000"/>
                  <a:pt x="3523533" y="3960000"/>
                </a:cubicBezTo>
                <a:lnTo>
                  <a:pt x="436907" y="3960000"/>
                </a:lnTo>
                <a:cubicBezTo>
                  <a:pt x="195610" y="3960000"/>
                  <a:pt x="0" y="3764390"/>
                  <a:pt x="0" y="3523093"/>
                </a:cubicBezTo>
                <a:lnTo>
                  <a:pt x="0" y="436907"/>
                </a:lnTo>
                <a:cubicBezTo>
                  <a:pt x="0" y="195610"/>
                  <a:pt x="195610" y="0"/>
                  <a:pt x="436907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8" name="Rounded Rectangle 8">
            <a:extLst>
              <a:ext uri="{FF2B5EF4-FFF2-40B4-BE49-F238E27FC236}">
                <a16:creationId xmlns:a16="http://schemas.microsoft.com/office/drawing/2014/main" id="{5B7D0536-00D1-48F7-9550-EC69E67C5796}"/>
              </a:ext>
            </a:extLst>
          </p:cNvPr>
          <p:cNvSpPr/>
          <p:nvPr/>
        </p:nvSpPr>
        <p:spPr>
          <a:xfrm>
            <a:off x="580094" y="5215886"/>
            <a:ext cx="352873" cy="352834"/>
          </a:xfrm>
          <a:custGeom>
            <a:avLst/>
            <a:gdLst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688485 w 3888432"/>
              <a:gd name="connsiteY5" fmla="*/ 147563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2688485 w 3888432"/>
              <a:gd name="connsiteY17" fmla="*/ 1475633 h 3960440"/>
              <a:gd name="connsiteX18" fmla="*/ 878058 w 3888432"/>
              <a:gd name="connsiteY18" fmla="*/ 648072 h 3960440"/>
              <a:gd name="connsiteX19" fmla="*/ 554477 w 3888432"/>
              <a:gd name="connsiteY19" fmla="*/ 971653 h 3960440"/>
              <a:gd name="connsiteX20" fmla="*/ 878058 w 3888432"/>
              <a:gd name="connsiteY20" fmla="*/ 1295234 h 3960440"/>
              <a:gd name="connsiteX21" fmla="*/ 1201639 w 3888432"/>
              <a:gd name="connsiteY21" fmla="*/ 971653 h 3960440"/>
              <a:gd name="connsiteX22" fmla="*/ 878058 w 3888432"/>
              <a:gd name="connsiteY22" fmla="*/ 648072 h 3960440"/>
              <a:gd name="connsiteX23" fmla="*/ 333511 w 3888432"/>
              <a:gd name="connsiteY23" fmla="*/ 0 h 3960440"/>
              <a:gd name="connsiteX24" fmla="*/ 3554921 w 3888432"/>
              <a:gd name="connsiteY24" fmla="*/ 0 h 3960440"/>
              <a:gd name="connsiteX25" fmla="*/ 3888432 w 3888432"/>
              <a:gd name="connsiteY25" fmla="*/ 333511 h 3960440"/>
              <a:gd name="connsiteX26" fmla="*/ 3888432 w 3888432"/>
              <a:gd name="connsiteY26" fmla="*/ 3626929 h 3960440"/>
              <a:gd name="connsiteX27" fmla="*/ 3554921 w 3888432"/>
              <a:gd name="connsiteY27" fmla="*/ 3960440 h 3960440"/>
              <a:gd name="connsiteX28" fmla="*/ 333511 w 3888432"/>
              <a:gd name="connsiteY28" fmla="*/ 3960440 h 3960440"/>
              <a:gd name="connsiteX29" fmla="*/ 0 w 3888432"/>
              <a:gd name="connsiteY29" fmla="*/ 3626929 h 3960440"/>
              <a:gd name="connsiteX30" fmla="*/ 0 w 3888432"/>
              <a:gd name="connsiteY30" fmla="*/ 333511 h 3960440"/>
              <a:gd name="connsiteX31" fmla="*/ 333511 w 3888432"/>
              <a:gd name="connsiteY31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888432" h="3960440">
                <a:moveTo>
                  <a:pt x="554477" y="1512168"/>
                </a:moveTo>
                <a:lnTo>
                  <a:pt x="554477" y="3312368"/>
                </a:lnTo>
                <a:lnTo>
                  <a:pt x="1201638" y="3312368"/>
                </a:lnTo>
                <a:lnTo>
                  <a:pt x="1201638" y="1512168"/>
                </a:lnTo>
                <a:lnTo>
                  <a:pt x="554477" y="1512168"/>
                </a:lnTo>
                <a:close/>
                <a:moveTo>
                  <a:pt x="2840340" y="1479943"/>
                </a:moveTo>
                <a:cubicBezTo>
                  <a:pt x="2293254" y="1484797"/>
                  <a:pt x="2254084" y="1780470"/>
                  <a:pt x="2136833" y="1785510"/>
                </a:cubicBezTo>
                <a:lnTo>
                  <a:pt x="2136833" y="1510185"/>
                </a:lnTo>
                <a:lnTo>
                  <a:pt x="1489672" y="1510185"/>
                </a:lnTo>
                <a:lnTo>
                  <a:pt x="1489672" y="3310385"/>
                </a:lnTo>
                <a:lnTo>
                  <a:pt x="2136833" y="3310385"/>
                </a:lnTo>
                <a:cubicBezTo>
                  <a:pt x="2140283" y="2925445"/>
                  <a:pt x="2133383" y="2560917"/>
                  <a:pt x="2147184" y="2155564"/>
                </a:cubicBezTo>
                <a:cubicBezTo>
                  <a:pt x="2187272" y="1842063"/>
                  <a:pt x="2668986" y="1938990"/>
                  <a:pt x="2673919" y="2138897"/>
                </a:cubicBezTo>
                <a:lnTo>
                  <a:pt x="2679688" y="3312366"/>
                </a:lnTo>
                <a:lnTo>
                  <a:pt x="3326849" y="3312366"/>
                </a:lnTo>
                <a:cubicBezTo>
                  <a:pt x="3329155" y="2917782"/>
                  <a:pt x="3331462" y="2523197"/>
                  <a:pt x="3333768" y="2128613"/>
                </a:cubicBezTo>
                <a:cubicBezTo>
                  <a:pt x="3339026" y="1942962"/>
                  <a:pt x="3184753" y="1475890"/>
                  <a:pt x="2840340" y="1479943"/>
                </a:cubicBezTo>
                <a:close/>
                <a:moveTo>
                  <a:pt x="878058" y="648072"/>
                </a:moveTo>
                <a:cubicBezTo>
                  <a:pt x="699349" y="648072"/>
                  <a:pt x="554477" y="792944"/>
                  <a:pt x="554477" y="971653"/>
                </a:cubicBezTo>
                <a:cubicBezTo>
                  <a:pt x="554477" y="1150362"/>
                  <a:pt x="699349" y="1295234"/>
                  <a:pt x="878058" y="1295234"/>
                </a:cubicBezTo>
                <a:cubicBezTo>
                  <a:pt x="1056767" y="1295234"/>
                  <a:pt x="1201639" y="1150362"/>
                  <a:pt x="1201639" y="971653"/>
                </a:cubicBezTo>
                <a:cubicBezTo>
                  <a:pt x="1201639" y="792944"/>
                  <a:pt x="1056767" y="648072"/>
                  <a:pt x="878058" y="648072"/>
                </a:cubicBezTo>
                <a:close/>
                <a:moveTo>
                  <a:pt x="333511" y="0"/>
                </a:moveTo>
                <a:lnTo>
                  <a:pt x="3554921" y="0"/>
                </a:lnTo>
                <a:cubicBezTo>
                  <a:pt x="3739114" y="0"/>
                  <a:pt x="3888432" y="149318"/>
                  <a:pt x="3888432" y="333511"/>
                </a:cubicBezTo>
                <a:lnTo>
                  <a:pt x="3888432" y="3626929"/>
                </a:lnTo>
                <a:cubicBezTo>
                  <a:pt x="3888432" y="3811122"/>
                  <a:pt x="3739114" y="3960440"/>
                  <a:pt x="3554921" y="3960440"/>
                </a:cubicBezTo>
                <a:lnTo>
                  <a:pt x="333511" y="3960440"/>
                </a:lnTo>
                <a:cubicBezTo>
                  <a:pt x="149318" y="3960440"/>
                  <a:pt x="0" y="3811122"/>
                  <a:pt x="0" y="3626929"/>
                </a:cubicBezTo>
                <a:lnTo>
                  <a:pt x="0" y="333511"/>
                </a:lnTo>
                <a:cubicBezTo>
                  <a:pt x="0" y="149318"/>
                  <a:pt x="149318" y="0"/>
                  <a:pt x="333511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9" name="Rounded Rectangle 2">
            <a:extLst>
              <a:ext uri="{FF2B5EF4-FFF2-40B4-BE49-F238E27FC236}">
                <a16:creationId xmlns:a16="http://schemas.microsoft.com/office/drawing/2014/main" id="{131DAA1D-C953-4BFB-A540-AD9AA1DBD70E}"/>
              </a:ext>
            </a:extLst>
          </p:cNvPr>
          <p:cNvSpPr/>
          <p:nvPr/>
        </p:nvSpPr>
        <p:spPr>
          <a:xfrm>
            <a:off x="2302583" y="5215886"/>
            <a:ext cx="352834" cy="352834"/>
          </a:xfrm>
          <a:custGeom>
            <a:avLst/>
            <a:gdLst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55131 w 3960000"/>
              <a:gd name="connsiteY2" fmla="*/ 1419362 h 3960000"/>
              <a:gd name="connsiteX3" fmla="*/ 3160999 w 3960000"/>
              <a:gd name="connsiteY3" fmla="*/ 1374274 h 3960000"/>
              <a:gd name="connsiteX4" fmla="*/ 2538382 w 3960000"/>
              <a:gd name="connsiteY4" fmla="*/ 802616 h 3960000"/>
              <a:gd name="connsiteX5" fmla="*/ 1921633 w 3960000"/>
              <a:gd name="connsiteY5" fmla="*/ 1419365 h 3960000"/>
              <a:gd name="connsiteX6" fmla="*/ 1942445 w 3960000"/>
              <a:gd name="connsiteY6" fmla="*/ 1570340 h 3960000"/>
              <a:gd name="connsiteX7" fmla="*/ 752016 w 3960000"/>
              <a:gd name="connsiteY7" fmla="*/ 931012 h 3960000"/>
              <a:gd name="connsiteX8" fmla="*/ 934030 w 3960000"/>
              <a:gd name="connsiteY8" fmla="*/ 1745738 h 3960000"/>
              <a:gd name="connsiteX9" fmla="*/ 665343 w 3960000"/>
              <a:gd name="connsiteY9" fmla="*/ 1650397 h 3960000"/>
              <a:gd name="connsiteX10" fmla="*/ 1111709 w 3960000"/>
              <a:gd name="connsiteY10" fmla="*/ 2257108 h 3960000"/>
              <a:gd name="connsiteX11" fmla="*/ 856023 w 3960000"/>
              <a:gd name="connsiteY11" fmla="*/ 2244108 h 3960000"/>
              <a:gd name="connsiteX12" fmla="*/ 1402064 w 3960000"/>
              <a:gd name="connsiteY12" fmla="*/ 2660137 h 3960000"/>
              <a:gd name="connsiteX13" fmla="*/ 552668 w 3960000"/>
              <a:gd name="connsiteY13" fmla="*/ 2902822 h 3960000"/>
              <a:gd name="connsiteX14" fmla="*/ 1978439 w 3960000"/>
              <a:gd name="connsiteY14" fmla="*/ 3093502 h 3960000"/>
              <a:gd name="connsiteX15" fmla="*/ 3053184 w 3960000"/>
              <a:gd name="connsiteY15" fmla="*/ 2031759 h 3960000"/>
              <a:gd name="connsiteX16" fmla="*/ 3155131 w 3960000"/>
              <a:gd name="connsiteY16" fmla="*/ 1419365 h 3960000"/>
              <a:gd name="connsiteX17" fmla="*/ 3207849 w 3960000"/>
              <a:gd name="connsiteY17" fmla="*/ 1493166 h 3960000"/>
              <a:gd name="connsiteX18" fmla="*/ 3407333 w 3960000"/>
              <a:gd name="connsiteY18" fmla="*/ 1117847 h 3960000"/>
              <a:gd name="connsiteX19" fmla="*/ 3108461 w 3960000"/>
              <a:gd name="connsiteY19" fmla="*/ 1185086 h 3960000"/>
              <a:gd name="connsiteX20" fmla="*/ 3334650 w 3960000"/>
              <a:gd name="connsiteY20" fmla="*/ 883134 h 3960000"/>
              <a:gd name="connsiteX21" fmla="*/ 2995677 w 3960000"/>
              <a:gd name="connsiteY21" fmla="*/ 1008938 h 3960000"/>
              <a:gd name="connsiteX22" fmla="*/ 2538382 w 3960000"/>
              <a:gd name="connsiteY22" fmla="*/ 802616 h 3960000"/>
              <a:gd name="connsiteX23" fmla="*/ 308009 w 3960000"/>
              <a:gd name="connsiteY23" fmla="*/ 0 h 3960000"/>
              <a:gd name="connsiteX24" fmla="*/ 3651991 w 3960000"/>
              <a:gd name="connsiteY24" fmla="*/ 0 h 3960000"/>
              <a:gd name="connsiteX25" fmla="*/ 3960000 w 3960000"/>
              <a:gd name="connsiteY25" fmla="*/ 308009 h 3960000"/>
              <a:gd name="connsiteX26" fmla="*/ 3960000 w 3960000"/>
              <a:gd name="connsiteY26" fmla="*/ 3651991 h 3960000"/>
              <a:gd name="connsiteX27" fmla="*/ 3651991 w 3960000"/>
              <a:gd name="connsiteY27" fmla="*/ 3960000 h 3960000"/>
              <a:gd name="connsiteX28" fmla="*/ 308009 w 3960000"/>
              <a:gd name="connsiteY28" fmla="*/ 3960000 h 3960000"/>
              <a:gd name="connsiteX29" fmla="*/ 0 w 3960000"/>
              <a:gd name="connsiteY29" fmla="*/ 3651991 h 3960000"/>
              <a:gd name="connsiteX30" fmla="*/ 0 w 3960000"/>
              <a:gd name="connsiteY30" fmla="*/ 308009 h 3960000"/>
              <a:gd name="connsiteX31" fmla="*/ 308009 w 3960000"/>
              <a:gd name="connsiteY31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55131 w 3960000"/>
              <a:gd name="connsiteY2" fmla="*/ 1419362 h 3960000"/>
              <a:gd name="connsiteX3" fmla="*/ 3160999 w 3960000"/>
              <a:gd name="connsiteY3" fmla="*/ 1374274 h 3960000"/>
              <a:gd name="connsiteX4" fmla="*/ 2538382 w 3960000"/>
              <a:gd name="connsiteY4" fmla="*/ 802616 h 3960000"/>
              <a:gd name="connsiteX5" fmla="*/ 1921633 w 3960000"/>
              <a:gd name="connsiteY5" fmla="*/ 1419365 h 3960000"/>
              <a:gd name="connsiteX6" fmla="*/ 1942445 w 3960000"/>
              <a:gd name="connsiteY6" fmla="*/ 1570340 h 3960000"/>
              <a:gd name="connsiteX7" fmla="*/ 752016 w 3960000"/>
              <a:gd name="connsiteY7" fmla="*/ 931012 h 3960000"/>
              <a:gd name="connsiteX8" fmla="*/ 934030 w 3960000"/>
              <a:gd name="connsiteY8" fmla="*/ 1745738 h 3960000"/>
              <a:gd name="connsiteX9" fmla="*/ 665343 w 3960000"/>
              <a:gd name="connsiteY9" fmla="*/ 1650397 h 3960000"/>
              <a:gd name="connsiteX10" fmla="*/ 1111709 w 3960000"/>
              <a:gd name="connsiteY10" fmla="*/ 2257108 h 3960000"/>
              <a:gd name="connsiteX11" fmla="*/ 856023 w 3960000"/>
              <a:gd name="connsiteY11" fmla="*/ 2244108 h 3960000"/>
              <a:gd name="connsiteX12" fmla="*/ 1402064 w 3960000"/>
              <a:gd name="connsiteY12" fmla="*/ 2660137 h 3960000"/>
              <a:gd name="connsiteX13" fmla="*/ 552668 w 3960000"/>
              <a:gd name="connsiteY13" fmla="*/ 2902822 h 3960000"/>
              <a:gd name="connsiteX14" fmla="*/ 1978439 w 3960000"/>
              <a:gd name="connsiteY14" fmla="*/ 3093502 h 3960000"/>
              <a:gd name="connsiteX15" fmla="*/ 3053184 w 3960000"/>
              <a:gd name="connsiteY15" fmla="*/ 2031759 h 3960000"/>
              <a:gd name="connsiteX16" fmla="*/ 3207849 w 3960000"/>
              <a:gd name="connsiteY16" fmla="*/ 1493166 h 3960000"/>
              <a:gd name="connsiteX17" fmla="*/ 3407333 w 3960000"/>
              <a:gd name="connsiteY17" fmla="*/ 1117847 h 3960000"/>
              <a:gd name="connsiteX18" fmla="*/ 3108461 w 3960000"/>
              <a:gd name="connsiteY18" fmla="*/ 1185086 h 3960000"/>
              <a:gd name="connsiteX19" fmla="*/ 3334650 w 3960000"/>
              <a:gd name="connsiteY19" fmla="*/ 883134 h 3960000"/>
              <a:gd name="connsiteX20" fmla="*/ 2995677 w 3960000"/>
              <a:gd name="connsiteY20" fmla="*/ 1008938 h 3960000"/>
              <a:gd name="connsiteX21" fmla="*/ 2538382 w 3960000"/>
              <a:gd name="connsiteY21" fmla="*/ 802616 h 3960000"/>
              <a:gd name="connsiteX22" fmla="*/ 308009 w 3960000"/>
              <a:gd name="connsiteY22" fmla="*/ 0 h 3960000"/>
              <a:gd name="connsiteX23" fmla="*/ 3651991 w 3960000"/>
              <a:gd name="connsiteY23" fmla="*/ 0 h 3960000"/>
              <a:gd name="connsiteX24" fmla="*/ 3960000 w 3960000"/>
              <a:gd name="connsiteY24" fmla="*/ 308009 h 3960000"/>
              <a:gd name="connsiteX25" fmla="*/ 3960000 w 3960000"/>
              <a:gd name="connsiteY25" fmla="*/ 3651991 h 3960000"/>
              <a:gd name="connsiteX26" fmla="*/ 3651991 w 3960000"/>
              <a:gd name="connsiteY26" fmla="*/ 3960000 h 3960000"/>
              <a:gd name="connsiteX27" fmla="*/ 308009 w 3960000"/>
              <a:gd name="connsiteY27" fmla="*/ 3960000 h 3960000"/>
              <a:gd name="connsiteX28" fmla="*/ 0 w 3960000"/>
              <a:gd name="connsiteY28" fmla="*/ 3651991 h 3960000"/>
              <a:gd name="connsiteX29" fmla="*/ 0 w 3960000"/>
              <a:gd name="connsiteY29" fmla="*/ 308009 h 3960000"/>
              <a:gd name="connsiteX30" fmla="*/ 308009 w 3960000"/>
              <a:gd name="connsiteY30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07333 w 3960000"/>
              <a:gd name="connsiteY16" fmla="*/ 1117847 h 3960000"/>
              <a:gd name="connsiteX17" fmla="*/ 3108461 w 3960000"/>
              <a:gd name="connsiteY17" fmla="*/ 1185086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07333 w 3960000"/>
              <a:gd name="connsiteY16" fmla="*/ 1117847 h 3960000"/>
              <a:gd name="connsiteX17" fmla="*/ 3140091 w 3960000"/>
              <a:gd name="connsiteY17" fmla="*/ 1227260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34030 w 3960000"/>
              <a:gd name="connsiteY7" fmla="*/ 1745738 h 3960000"/>
              <a:gd name="connsiteX8" fmla="*/ 644257 w 3960000"/>
              <a:gd name="connsiteY8" fmla="*/ 1555506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56023 w 3960000"/>
              <a:gd name="connsiteY10" fmla="*/ 2244108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3960000" h="3960000">
                <a:moveTo>
                  <a:pt x="3160999" y="1374274"/>
                </a:moveTo>
                <a:lnTo>
                  <a:pt x="3155132" y="1419362"/>
                </a:lnTo>
                <a:lnTo>
                  <a:pt x="3160999" y="1374274"/>
                </a:lnTo>
                <a:close/>
                <a:moveTo>
                  <a:pt x="2496208" y="770986"/>
                </a:moveTo>
                <a:cubicBezTo>
                  <a:pt x="2113414" y="770986"/>
                  <a:pt x="1929581" y="1106902"/>
                  <a:pt x="1921633" y="1292845"/>
                </a:cubicBezTo>
                <a:cubicBezTo>
                  <a:pt x="1914712" y="1454769"/>
                  <a:pt x="1928136" y="1522392"/>
                  <a:pt x="1942445" y="1570340"/>
                </a:cubicBezTo>
                <a:cubicBezTo>
                  <a:pt x="1547199" y="1510736"/>
                  <a:pt x="1237189" y="1330681"/>
                  <a:pt x="815277" y="836121"/>
                </a:cubicBezTo>
                <a:cubicBezTo>
                  <a:pt x="618819" y="1229038"/>
                  <a:pt x="733086" y="1558961"/>
                  <a:pt x="965659" y="1735195"/>
                </a:cubicBezTo>
                <a:cubicBezTo>
                  <a:pt x="864541" y="1716416"/>
                  <a:pt x="662904" y="1695759"/>
                  <a:pt x="570453" y="1629310"/>
                </a:cubicBezTo>
                <a:cubicBezTo>
                  <a:pt x="597898" y="2016450"/>
                  <a:pt x="990931" y="2177657"/>
                  <a:pt x="1196057" y="2257108"/>
                </a:cubicBezTo>
                <a:cubicBezTo>
                  <a:pt x="1113718" y="2275887"/>
                  <a:pt x="943857" y="2321380"/>
                  <a:pt x="813848" y="2296824"/>
                </a:cubicBezTo>
                <a:cubicBezTo>
                  <a:pt x="926523" y="2634848"/>
                  <a:pt x="1326064" y="2611755"/>
                  <a:pt x="1486410" y="2607420"/>
                </a:cubicBezTo>
                <a:cubicBezTo>
                  <a:pt x="1297174" y="2749708"/>
                  <a:pt x="1000058" y="2795794"/>
                  <a:pt x="489408" y="2829018"/>
                </a:cubicBezTo>
                <a:cubicBezTo>
                  <a:pt x="914827" y="3139596"/>
                  <a:pt x="1734874" y="3242281"/>
                  <a:pt x="2062787" y="3146219"/>
                </a:cubicBezTo>
                <a:cubicBezTo>
                  <a:pt x="2763394" y="2903535"/>
                  <a:pt x="2915370" y="2621267"/>
                  <a:pt x="3074271" y="2105563"/>
                </a:cubicBezTo>
                <a:cubicBezTo>
                  <a:pt x="3173740" y="1733406"/>
                  <a:pt x="3145310" y="1648999"/>
                  <a:pt x="3207849" y="1493166"/>
                </a:cubicBezTo>
                <a:cubicBezTo>
                  <a:pt x="3270388" y="1337333"/>
                  <a:pt x="3414210" y="1276468"/>
                  <a:pt x="3449507" y="1170564"/>
                </a:cubicBezTo>
                <a:cubicBezTo>
                  <a:pt x="3349883" y="1192977"/>
                  <a:pt x="3252716" y="1239516"/>
                  <a:pt x="3140091" y="1227260"/>
                </a:cubicBezTo>
                <a:cubicBezTo>
                  <a:pt x="3219995" y="1183499"/>
                  <a:pt x="3274317" y="996523"/>
                  <a:pt x="3324107" y="851504"/>
                </a:cubicBezTo>
                <a:cubicBezTo>
                  <a:pt x="3215037" y="921165"/>
                  <a:pt x="3152155" y="998691"/>
                  <a:pt x="2995677" y="1008938"/>
                </a:cubicBezTo>
                <a:cubicBezTo>
                  <a:pt x="2884471" y="881691"/>
                  <a:pt x="2678487" y="770986"/>
                  <a:pt x="2496208" y="770986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0" name="Rounded Rectangle 3">
            <a:extLst>
              <a:ext uri="{FF2B5EF4-FFF2-40B4-BE49-F238E27FC236}">
                <a16:creationId xmlns:a16="http://schemas.microsoft.com/office/drawing/2014/main" id="{B6AFEE37-09C9-426B-86EA-91C5BC9CBB4D}"/>
              </a:ext>
            </a:extLst>
          </p:cNvPr>
          <p:cNvSpPr>
            <a:spLocks noChangeAspect="1"/>
          </p:cNvSpPr>
          <p:nvPr/>
        </p:nvSpPr>
        <p:spPr>
          <a:xfrm>
            <a:off x="1725026" y="5215886"/>
            <a:ext cx="352834" cy="352834"/>
          </a:xfrm>
          <a:custGeom>
            <a:avLst/>
            <a:gdLst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59137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960000" h="3960000">
                <a:moveTo>
                  <a:pt x="2841893" y="181064"/>
                </a:moveTo>
                <a:cubicBezTo>
                  <a:pt x="2485731" y="190239"/>
                  <a:pt x="2106781" y="339266"/>
                  <a:pt x="2105790" y="859562"/>
                </a:cubicBezTo>
                <a:lnTo>
                  <a:pt x="2106860" y="863292"/>
                </a:lnTo>
                <a:lnTo>
                  <a:pt x="2106860" y="1248172"/>
                </a:lnTo>
                <a:lnTo>
                  <a:pt x="1691968" y="1248172"/>
                </a:lnTo>
                <a:lnTo>
                  <a:pt x="1691968" y="1824236"/>
                </a:lnTo>
                <a:lnTo>
                  <a:pt x="2106860" y="1824236"/>
                </a:lnTo>
                <a:lnTo>
                  <a:pt x="2106860" y="3779396"/>
                </a:lnTo>
                <a:lnTo>
                  <a:pt x="2754932" y="3779396"/>
                </a:lnTo>
                <a:lnTo>
                  <a:pt x="2754932" y="1824236"/>
                </a:lnTo>
                <a:lnTo>
                  <a:pt x="3305869" y="1813665"/>
                </a:lnTo>
                <a:lnTo>
                  <a:pt x="3348152" y="1248172"/>
                </a:lnTo>
                <a:lnTo>
                  <a:pt x="2754932" y="1248172"/>
                </a:lnTo>
                <a:lnTo>
                  <a:pt x="2754932" y="907124"/>
                </a:lnTo>
                <a:cubicBezTo>
                  <a:pt x="2746287" y="682909"/>
                  <a:pt x="3126764" y="685506"/>
                  <a:pt x="3369037" y="704441"/>
                </a:cubicBezTo>
                <a:cubicBezTo>
                  <a:pt x="3391941" y="556446"/>
                  <a:pt x="3409927" y="381656"/>
                  <a:pt x="3410216" y="195189"/>
                </a:cubicBezTo>
                <a:cubicBezTo>
                  <a:pt x="3239930" y="163882"/>
                  <a:pt x="3118909" y="173928"/>
                  <a:pt x="2841893" y="181064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1" name="Rounded Rectangle 10">
            <a:extLst>
              <a:ext uri="{FF2B5EF4-FFF2-40B4-BE49-F238E27FC236}">
                <a16:creationId xmlns:a16="http://schemas.microsoft.com/office/drawing/2014/main" id="{71703181-8ADE-468F-989E-CC795EB1AA0E}"/>
              </a:ext>
            </a:extLst>
          </p:cNvPr>
          <p:cNvSpPr>
            <a:spLocks noChangeAspect="1"/>
          </p:cNvSpPr>
          <p:nvPr/>
        </p:nvSpPr>
        <p:spPr>
          <a:xfrm>
            <a:off x="2890601" y="5208720"/>
            <a:ext cx="354091" cy="360000"/>
          </a:xfrm>
          <a:custGeom>
            <a:avLst/>
            <a:gdLst/>
            <a:ahLst/>
            <a:cxnLst/>
            <a:rect l="l" t="t" r="r" b="b"/>
            <a:pathLst>
              <a:path w="3186824" h="3240000">
                <a:moveTo>
                  <a:pt x="2141174" y="1384899"/>
                </a:moveTo>
                <a:lnTo>
                  <a:pt x="2141174" y="1528887"/>
                </a:lnTo>
                <a:lnTo>
                  <a:pt x="1997174" y="1528887"/>
                </a:lnTo>
                <a:lnTo>
                  <a:pt x="1997174" y="1744911"/>
                </a:lnTo>
                <a:lnTo>
                  <a:pt x="2141174" y="1744911"/>
                </a:lnTo>
                <a:lnTo>
                  <a:pt x="2141174" y="1888899"/>
                </a:lnTo>
                <a:lnTo>
                  <a:pt x="2357174" y="1888899"/>
                </a:lnTo>
                <a:lnTo>
                  <a:pt x="2357174" y="1744911"/>
                </a:lnTo>
                <a:lnTo>
                  <a:pt x="2501174" y="1744911"/>
                </a:lnTo>
                <a:lnTo>
                  <a:pt x="2501174" y="1528887"/>
                </a:lnTo>
                <a:lnTo>
                  <a:pt x="2357174" y="1528887"/>
                </a:lnTo>
                <a:lnTo>
                  <a:pt x="2357174" y="1384899"/>
                </a:lnTo>
                <a:close/>
                <a:moveTo>
                  <a:pt x="1286582" y="1008157"/>
                </a:moveTo>
                <a:cubicBezTo>
                  <a:pt x="1148208" y="1006486"/>
                  <a:pt x="1009270" y="1051569"/>
                  <a:pt x="894997" y="1143711"/>
                </a:cubicBezTo>
                <a:cubicBezTo>
                  <a:pt x="666451" y="1327995"/>
                  <a:pt x="600947" y="1648602"/>
                  <a:pt x="738892" y="1907765"/>
                </a:cubicBezTo>
                <a:cubicBezTo>
                  <a:pt x="876837" y="2166928"/>
                  <a:pt x="1179371" y="2291639"/>
                  <a:pt x="1459875" y="2204971"/>
                </a:cubicBezTo>
                <a:cubicBezTo>
                  <a:pt x="1676459" y="2138053"/>
                  <a:pt x="1832801" y="1959669"/>
                  <a:pt x="1876637" y="1747242"/>
                </a:cubicBezTo>
                <a:lnTo>
                  <a:pt x="1879565" y="1747242"/>
                </a:lnTo>
                <a:lnTo>
                  <a:pt x="1879565" y="1728291"/>
                </a:lnTo>
                <a:cubicBezTo>
                  <a:pt x="1891883" y="1671800"/>
                  <a:pt x="1894168" y="1612713"/>
                  <a:pt x="1887545" y="1552862"/>
                </a:cubicBezTo>
                <a:lnTo>
                  <a:pt x="1879565" y="1553745"/>
                </a:lnTo>
                <a:lnTo>
                  <a:pt x="1879565" y="1531218"/>
                </a:lnTo>
                <a:lnTo>
                  <a:pt x="1231565" y="1531218"/>
                </a:lnTo>
                <a:lnTo>
                  <a:pt x="1231565" y="1747242"/>
                </a:lnTo>
                <a:lnTo>
                  <a:pt x="1565835" y="1747242"/>
                </a:lnTo>
                <a:cubicBezTo>
                  <a:pt x="1530201" y="1827940"/>
                  <a:pt x="1460959" y="1892348"/>
                  <a:pt x="1371795" y="1919897"/>
                </a:cubicBezTo>
                <a:cubicBezTo>
                  <a:pt x="1228031" y="1964316"/>
                  <a:pt x="1072976" y="1900399"/>
                  <a:pt x="1002277" y="1767573"/>
                </a:cubicBezTo>
                <a:cubicBezTo>
                  <a:pt x="931578" y="1634747"/>
                  <a:pt x="965150" y="1470429"/>
                  <a:pt x="1082284" y="1375980"/>
                </a:cubicBezTo>
                <a:cubicBezTo>
                  <a:pt x="1199418" y="1281531"/>
                  <a:pt x="1367118" y="1283556"/>
                  <a:pt x="1481937" y="1380807"/>
                </a:cubicBezTo>
                <a:lnTo>
                  <a:pt x="1674778" y="1153129"/>
                </a:lnTo>
                <a:cubicBezTo>
                  <a:pt x="1562764" y="1058254"/>
                  <a:pt x="1424955" y="1009828"/>
                  <a:pt x="1286582" y="1008157"/>
                </a:cubicBezTo>
                <a:close/>
                <a:moveTo>
                  <a:pt x="293028" y="0"/>
                </a:moveTo>
                <a:lnTo>
                  <a:pt x="2893796" y="0"/>
                </a:lnTo>
                <a:cubicBezTo>
                  <a:pt x="3055631" y="0"/>
                  <a:pt x="3186824" y="131193"/>
                  <a:pt x="3186824" y="293028"/>
                </a:cubicBezTo>
                <a:lnTo>
                  <a:pt x="3186824" y="2946972"/>
                </a:lnTo>
                <a:cubicBezTo>
                  <a:pt x="3186824" y="3108807"/>
                  <a:pt x="3055631" y="3240000"/>
                  <a:pt x="2893796" y="3240000"/>
                </a:cubicBezTo>
                <a:lnTo>
                  <a:pt x="293028" y="3240000"/>
                </a:lnTo>
                <a:cubicBezTo>
                  <a:pt x="131193" y="3240000"/>
                  <a:pt x="0" y="3108807"/>
                  <a:pt x="0" y="2946972"/>
                </a:cubicBezTo>
                <a:lnTo>
                  <a:pt x="0" y="293028"/>
                </a:lnTo>
                <a:cubicBezTo>
                  <a:pt x="0" y="131193"/>
                  <a:pt x="131193" y="0"/>
                  <a:pt x="293028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Block Arc 6">
            <a:extLst>
              <a:ext uri="{FF2B5EF4-FFF2-40B4-BE49-F238E27FC236}">
                <a16:creationId xmlns:a16="http://schemas.microsoft.com/office/drawing/2014/main" id="{FBA4685F-1471-4062-9791-F454859BBEB9}"/>
              </a:ext>
            </a:extLst>
          </p:cNvPr>
          <p:cNvSpPr/>
          <p:nvPr/>
        </p:nvSpPr>
        <p:spPr>
          <a:xfrm>
            <a:off x="3427033" y="5233514"/>
            <a:ext cx="331940" cy="335206"/>
          </a:xfrm>
          <a:custGeom>
            <a:avLst/>
            <a:gdLst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734726 w 3221102"/>
              <a:gd name="connsiteY22" fmla="*/ 869255 h 3221116"/>
              <a:gd name="connsiteX23" fmla="*/ 1956122 w 3221102"/>
              <a:gd name="connsiteY23" fmla="*/ 1110076 h 3221116"/>
              <a:gd name="connsiteX24" fmla="*/ 1973374 w 3221102"/>
              <a:gd name="connsiteY24" fmla="*/ 875315 h 3221116"/>
              <a:gd name="connsiteX25" fmla="*/ 2333414 w 3221102"/>
              <a:gd name="connsiteY25" fmla="*/ 875315 h 3221116"/>
              <a:gd name="connsiteX26" fmla="*/ 2324788 w 3221102"/>
              <a:gd name="connsiteY26" fmla="*/ 2054049 h 3221116"/>
              <a:gd name="connsiteX27" fmla="*/ 2661746 w 3221102"/>
              <a:gd name="connsiteY27" fmla="*/ 2179658 h 3221116"/>
              <a:gd name="connsiteX28" fmla="*/ 2691046 w 3221102"/>
              <a:gd name="connsiteY28" fmla="*/ 2188689 h 3221116"/>
              <a:gd name="connsiteX29" fmla="*/ 2667011 w 3221102"/>
              <a:gd name="connsiteY29" fmla="*/ 2175828 h 3221116"/>
              <a:gd name="connsiteX30" fmla="*/ 2332141 w 3221102"/>
              <a:gd name="connsiteY30" fmla="*/ 653899 h 3221116"/>
              <a:gd name="connsiteX31" fmla="*/ 776764 w 3221102"/>
              <a:gd name="connsiteY31" fmla="*/ 749845 h 3221116"/>
              <a:gd name="connsiteX32" fmla="*/ 631487 w 3221102"/>
              <a:gd name="connsiteY32" fmla="*/ 2301392 h 3221116"/>
              <a:gd name="connsiteX33" fmla="*/ 2142017 w 3221102"/>
              <a:gd name="connsiteY33" fmla="*/ 2684410 h 3221116"/>
              <a:gd name="connsiteX34" fmla="*/ 2324866 w 3221102"/>
              <a:gd name="connsiteY34" fmla="*/ 3053856 h 3221116"/>
              <a:gd name="connsiteX35" fmla="*/ 294693 w 3221102"/>
              <a:gd name="connsiteY35" fmla="*/ 2539075 h 3221116"/>
              <a:gd name="connsiteX36" fmla="*/ 489947 w 3221102"/>
              <a:gd name="connsiteY36" fmla="*/ 453774 h 3221116"/>
              <a:gd name="connsiteX37" fmla="*/ 1651152 w 3221102"/>
              <a:gd name="connsiteY37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734726 w 3221102"/>
              <a:gd name="connsiteY22" fmla="*/ 869255 h 3221116"/>
              <a:gd name="connsiteX23" fmla="*/ 1956122 w 3221102"/>
              <a:gd name="connsiteY23" fmla="*/ 1110076 h 3221116"/>
              <a:gd name="connsiteX24" fmla="*/ 1973374 w 3221102"/>
              <a:gd name="connsiteY24" fmla="*/ 875315 h 3221116"/>
              <a:gd name="connsiteX25" fmla="*/ 2333414 w 3221102"/>
              <a:gd name="connsiteY25" fmla="*/ 875315 h 3221116"/>
              <a:gd name="connsiteX26" fmla="*/ 2324788 w 3221102"/>
              <a:gd name="connsiteY26" fmla="*/ 2054049 h 3221116"/>
              <a:gd name="connsiteX27" fmla="*/ 2661746 w 3221102"/>
              <a:gd name="connsiteY27" fmla="*/ 2179658 h 3221116"/>
              <a:gd name="connsiteX28" fmla="*/ 2691046 w 3221102"/>
              <a:gd name="connsiteY28" fmla="*/ 2188689 h 3221116"/>
              <a:gd name="connsiteX29" fmla="*/ 2667011 w 3221102"/>
              <a:gd name="connsiteY29" fmla="*/ 2175828 h 3221116"/>
              <a:gd name="connsiteX30" fmla="*/ 2332141 w 3221102"/>
              <a:gd name="connsiteY30" fmla="*/ 653899 h 3221116"/>
              <a:gd name="connsiteX31" fmla="*/ 776764 w 3221102"/>
              <a:gd name="connsiteY31" fmla="*/ 749845 h 3221116"/>
              <a:gd name="connsiteX32" fmla="*/ 631487 w 3221102"/>
              <a:gd name="connsiteY32" fmla="*/ 2301392 h 3221116"/>
              <a:gd name="connsiteX33" fmla="*/ 2142017 w 3221102"/>
              <a:gd name="connsiteY33" fmla="*/ 2684410 h 3221116"/>
              <a:gd name="connsiteX34" fmla="*/ 2324866 w 3221102"/>
              <a:gd name="connsiteY34" fmla="*/ 3053856 h 3221116"/>
              <a:gd name="connsiteX35" fmla="*/ 294693 w 3221102"/>
              <a:gd name="connsiteY35" fmla="*/ 2539075 h 3221116"/>
              <a:gd name="connsiteX36" fmla="*/ 489947 w 3221102"/>
              <a:gd name="connsiteY36" fmla="*/ 453774 h 3221116"/>
              <a:gd name="connsiteX37" fmla="*/ 1651152 w 3221102"/>
              <a:gd name="connsiteY37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151233"/>
              <a:gd name="connsiteY0" fmla="*/ 2175617 h 3221116"/>
              <a:gd name="connsiteX1" fmla="*/ 2658205 w 3151233"/>
              <a:gd name="connsiteY1" fmla="*/ 2178566 h 3221116"/>
              <a:gd name="connsiteX2" fmla="*/ 2664630 w 3151233"/>
              <a:gd name="connsiteY2" fmla="*/ 2175617 h 3221116"/>
              <a:gd name="connsiteX3" fmla="*/ 1477043 w 3151233"/>
              <a:gd name="connsiteY3" fmla="*/ 1144372 h 3221116"/>
              <a:gd name="connsiteX4" fmla="*/ 1409070 w 3151233"/>
              <a:gd name="connsiteY4" fmla="*/ 1159393 h 3221116"/>
              <a:gd name="connsiteX5" fmla="*/ 1152384 w 3151233"/>
              <a:gd name="connsiteY5" fmla="*/ 1703728 h 3221116"/>
              <a:gd name="connsiteX6" fmla="*/ 1514013 w 3151233"/>
              <a:gd name="connsiteY6" fmla="*/ 2152290 h 3221116"/>
              <a:gd name="connsiteX7" fmla="*/ 1850815 w 3151233"/>
              <a:gd name="connsiteY7" fmla="*/ 1654259 h 3221116"/>
              <a:gd name="connsiteX8" fmla="*/ 1830467 w 3151233"/>
              <a:gd name="connsiteY8" fmla="*/ 1515986 h 3221116"/>
              <a:gd name="connsiteX9" fmla="*/ 1477043 w 3151233"/>
              <a:gd name="connsiteY9" fmla="*/ 1144372 h 3221116"/>
              <a:gd name="connsiteX10" fmla="*/ 1651152 w 3151233"/>
              <a:gd name="connsiteY10" fmla="*/ 501 h 3221116"/>
              <a:gd name="connsiteX11" fmla="*/ 2580395 w 3151233"/>
              <a:gd name="connsiteY11" fmla="*/ 324821 h 3221116"/>
              <a:gd name="connsiteX12" fmla="*/ 3030464 w 3151233"/>
              <a:gd name="connsiteY12" fmla="*/ 2249544 h 3221116"/>
              <a:gd name="connsiteX13" fmla="*/ 2585849 w 3151233"/>
              <a:gd name="connsiteY13" fmla="*/ 2588887 h 3221116"/>
              <a:gd name="connsiteX14" fmla="*/ 1973374 w 3151233"/>
              <a:gd name="connsiteY14" fmla="*/ 2195096 h 3221116"/>
              <a:gd name="connsiteX15" fmla="*/ 1390827 w 3151233"/>
              <a:gd name="connsiteY15" fmla="*/ 2527630 h 3221116"/>
              <a:gd name="connsiteX16" fmla="*/ 783896 w 3151233"/>
              <a:gd name="connsiteY16" fmla="*/ 1665044 h 3221116"/>
              <a:gd name="connsiteX17" fmla="*/ 1268509 w 3151233"/>
              <a:gd name="connsiteY17" fmla="*/ 819983 h 3221116"/>
              <a:gd name="connsiteX18" fmla="*/ 1328805 w 3151233"/>
              <a:gd name="connsiteY18" fmla="*/ 807930 h 3221116"/>
              <a:gd name="connsiteX19" fmla="*/ 1390827 w 3151233"/>
              <a:gd name="connsiteY19" fmla="*/ 802457 h 3221116"/>
              <a:gd name="connsiteX20" fmla="*/ 1462242 w 3151233"/>
              <a:gd name="connsiteY20" fmla="*/ 801708 h 3221116"/>
              <a:gd name="connsiteX21" fmla="*/ 1956122 w 3151233"/>
              <a:gd name="connsiteY21" fmla="*/ 1110076 h 3221116"/>
              <a:gd name="connsiteX22" fmla="*/ 1973374 w 3151233"/>
              <a:gd name="connsiteY22" fmla="*/ 875315 h 3221116"/>
              <a:gd name="connsiteX23" fmla="*/ 2333414 w 3151233"/>
              <a:gd name="connsiteY23" fmla="*/ 875315 h 3221116"/>
              <a:gd name="connsiteX24" fmla="*/ 2324788 w 3151233"/>
              <a:gd name="connsiteY24" fmla="*/ 2054049 h 3221116"/>
              <a:gd name="connsiteX25" fmla="*/ 2661746 w 3151233"/>
              <a:gd name="connsiteY25" fmla="*/ 2179658 h 3221116"/>
              <a:gd name="connsiteX26" fmla="*/ 2691046 w 3151233"/>
              <a:gd name="connsiteY26" fmla="*/ 2188689 h 3221116"/>
              <a:gd name="connsiteX27" fmla="*/ 2667011 w 3151233"/>
              <a:gd name="connsiteY27" fmla="*/ 2175828 h 3221116"/>
              <a:gd name="connsiteX28" fmla="*/ 2332141 w 3151233"/>
              <a:gd name="connsiteY28" fmla="*/ 653899 h 3221116"/>
              <a:gd name="connsiteX29" fmla="*/ 776764 w 3151233"/>
              <a:gd name="connsiteY29" fmla="*/ 749845 h 3221116"/>
              <a:gd name="connsiteX30" fmla="*/ 631487 w 3151233"/>
              <a:gd name="connsiteY30" fmla="*/ 2301392 h 3221116"/>
              <a:gd name="connsiteX31" fmla="*/ 2142017 w 3151233"/>
              <a:gd name="connsiteY31" fmla="*/ 2684410 h 3221116"/>
              <a:gd name="connsiteX32" fmla="*/ 2324866 w 3151233"/>
              <a:gd name="connsiteY32" fmla="*/ 3053856 h 3221116"/>
              <a:gd name="connsiteX33" fmla="*/ 294693 w 3151233"/>
              <a:gd name="connsiteY33" fmla="*/ 2539075 h 3221116"/>
              <a:gd name="connsiteX34" fmla="*/ 489947 w 3151233"/>
              <a:gd name="connsiteY34" fmla="*/ 453774 h 3221116"/>
              <a:gd name="connsiteX35" fmla="*/ 1651152 w 3151233"/>
              <a:gd name="connsiteY35" fmla="*/ 501 h 3221116"/>
              <a:gd name="connsiteX0" fmla="*/ 2664630 w 3161851"/>
              <a:gd name="connsiteY0" fmla="*/ 2175617 h 3221116"/>
              <a:gd name="connsiteX1" fmla="*/ 2658205 w 3161851"/>
              <a:gd name="connsiteY1" fmla="*/ 2178566 h 3221116"/>
              <a:gd name="connsiteX2" fmla="*/ 2664630 w 3161851"/>
              <a:gd name="connsiteY2" fmla="*/ 2175617 h 3221116"/>
              <a:gd name="connsiteX3" fmla="*/ 1477043 w 3161851"/>
              <a:gd name="connsiteY3" fmla="*/ 1144372 h 3221116"/>
              <a:gd name="connsiteX4" fmla="*/ 1409070 w 3161851"/>
              <a:gd name="connsiteY4" fmla="*/ 1159393 h 3221116"/>
              <a:gd name="connsiteX5" fmla="*/ 1152384 w 3161851"/>
              <a:gd name="connsiteY5" fmla="*/ 1703728 h 3221116"/>
              <a:gd name="connsiteX6" fmla="*/ 1514013 w 3161851"/>
              <a:gd name="connsiteY6" fmla="*/ 2152290 h 3221116"/>
              <a:gd name="connsiteX7" fmla="*/ 1850815 w 3161851"/>
              <a:gd name="connsiteY7" fmla="*/ 1654259 h 3221116"/>
              <a:gd name="connsiteX8" fmla="*/ 1830467 w 3161851"/>
              <a:gd name="connsiteY8" fmla="*/ 1515986 h 3221116"/>
              <a:gd name="connsiteX9" fmla="*/ 1477043 w 3161851"/>
              <a:gd name="connsiteY9" fmla="*/ 1144372 h 3221116"/>
              <a:gd name="connsiteX10" fmla="*/ 1651152 w 3161851"/>
              <a:gd name="connsiteY10" fmla="*/ 501 h 3221116"/>
              <a:gd name="connsiteX11" fmla="*/ 2580395 w 3161851"/>
              <a:gd name="connsiteY11" fmla="*/ 324821 h 3221116"/>
              <a:gd name="connsiteX12" fmla="*/ 3030464 w 3161851"/>
              <a:gd name="connsiteY12" fmla="*/ 2249544 h 3221116"/>
              <a:gd name="connsiteX13" fmla="*/ 2585849 w 3161851"/>
              <a:gd name="connsiteY13" fmla="*/ 2588887 h 3221116"/>
              <a:gd name="connsiteX14" fmla="*/ 1973374 w 3161851"/>
              <a:gd name="connsiteY14" fmla="*/ 2195096 h 3221116"/>
              <a:gd name="connsiteX15" fmla="*/ 1390827 w 3161851"/>
              <a:gd name="connsiteY15" fmla="*/ 2527630 h 3221116"/>
              <a:gd name="connsiteX16" fmla="*/ 783896 w 3161851"/>
              <a:gd name="connsiteY16" fmla="*/ 1665044 h 3221116"/>
              <a:gd name="connsiteX17" fmla="*/ 1268509 w 3161851"/>
              <a:gd name="connsiteY17" fmla="*/ 819983 h 3221116"/>
              <a:gd name="connsiteX18" fmla="*/ 1328805 w 3161851"/>
              <a:gd name="connsiteY18" fmla="*/ 807930 h 3221116"/>
              <a:gd name="connsiteX19" fmla="*/ 1390827 w 3161851"/>
              <a:gd name="connsiteY19" fmla="*/ 802457 h 3221116"/>
              <a:gd name="connsiteX20" fmla="*/ 1462242 w 3161851"/>
              <a:gd name="connsiteY20" fmla="*/ 801708 h 3221116"/>
              <a:gd name="connsiteX21" fmla="*/ 1956122 w 3161851"/>
              <a:gd name="connsiteY21" fmla="*/ 1110076 h 3221116"/>
              <a:gd name="connsiteX22" fmla="*/ 1973374 w 3161851"/>
              <a:gd name="connsiteY22" fmla="*/ 875315 h 3221116"/>
              <a:gd name="connsiteX23" fmla="*/ 2333414 w 3161851"/>
              <a:gd name="connsiteY23" fmla="*/ 875315 h 3221116"/>
              <a:gd name="connsiteX24" fmla="*/ 2324788 w 3161851"/>
              <a:gd name="connsiteY24" fmla="*/ 2054049 h 3221116"/>
              <a:gd name="connsiteX25" fmla="*/ 2661746 w 3161851"/>
              <a:gd name="connsiteY25" fmla="*/ 2179658 h 3221116"/>
              <a:gd name="connsiteX26" fmla="*/ 2691046 w 3161851"/>
              <a:gd name="connsiteY26" fmla="*/ 2188689 h 3221116"/>
              <a:gd name="connsiteX27" fmla="*/ 2667011 w 3161851"/>
              <a:gd name="connsiteY27" fmla="*/ 2175828 h 3221116"/>
              <a:gd name="connsiteX28" fmla="*/ 2332141 w 3161851"/>
              <a:gd name="connsiteY28" fmla="*/ 653899 h 3221116"/>
              <a:gd name="connsiteX29" fmla="*/ 776764 w 3161851"/>
              <a:gd name="connsiteY29" fmla="*/ 749845 h 3221116"/>
              <a:gd name="connsiteX30" fmla="*/ 631487 w 3161851"/>
              <a:gd name="connsiteY30" fmla="*/ 2301392 h 3221116"/>
              <a:gd name="connsiteX31" fmla="*/ 2142017 w 3161851"/>
              <a:gd name="connsiteY31" fmla="*/ 2684410 h 3221116"/>
              <a:gd name="connsiteX32" fmla="*/ 2324866 w 3161851"/>
              <a:gd name="connsiteY32" fmla="*/ 3053856 h 3221116"/>
              <a:gd name="connsiteX33" fmla="*/ 294693 w 3161851"/>
              <a:gd name="connsiteY33" fmla="*/ 2539075 h 3221116"/>
              <a:gd name="connsiteX34" fmla="*/ 489947 w 3161851"/>
              <a:gd name="connsiteY34" fmla="*/ 453774 h 3221116"/>
              <a:gd name="connsiteX35" fmla="*/ 1651152 w 3161851"/>
              <a:gd name="connsiteY35" fmla="*/ 501 h 3221116"/>
              <a:gd name="connsiteX0" fmla="*/ 2664630 w 3182629"/>
              <a:gd name="connsiteY0" fmla="*/ 2175617 h 3221116"/>
              <a:gd name="connsiteX1" fmla="*/ 2658205 w 3182629"/>
              <a:gd name="connsiteY1" fmla="*/ 2178566 h 3221116"/>
              <a:gd name="connsiteX2" fmla="*/ 2664630 w 3182629"/>
              <a:gd name="connsiteY2" fmla="*/ 2175617 h 3221116"/>
              <a:gd name="connsiteX3" fmla="*/ 1477043 w 3182629"/>
              <a:gd name="connsiteY3" fmla="*/ 1144372 h 3221116"/>
              <a:gd name="connsiteX4" fmla="*/ 1409070 w 3182629"/>
              <a:gd name="connsiteY4" fmla="*/ 1159393 h 3221116"/>
              <a:gd name="connsiteX5" fmla="*/ 1152384 w 3182629"/>
              <a:gd name="connsiteY5" fmla="*/ 1703728 h 3221116"/>
              <a:gd name="connsiteX6" fmla="*/ 1514013 w 3182629"/>
              <a:gd name="connsiteY6" fmla="*/ 2152290 h 3221116"/>
              <a:gd name="connsiteX7" fmla="*/ 1850815 w 3182629"/>
              <a:gd name="connsiteY7" fmla="*/ 1654259 h 3221116"/>
              <a:gd name="connsiteX8" fmla="*/ 1830467 w 3182629"/>
              <a:gd name="connsiteY8" fmla="*/ 1515986 h 3221116"/>
              <a:gd name="connsiteX9" fmla="*/ 1477043 w 3182629"/>
              <a:gd name="connsiteY9" fmla="*/ 1144372 h 3221116"/>
              <a:gd name="connsiteX10" fmla="*/ 1651152 w 3182629"/>
              <a:gd name="connsiteY10" fmla="*/ 501 h 3221116"/>
              <a:gd name="connsiteX11" fmla="*/ 2580395 w 3182629"/>
              <a:gd name="connsiteY11" fmla="*/ 324821 h 3221116"/>
              <a:gd name="connsiteX12" fmla="*/ 3030464 w 3182629"/>
              <a:gd name="connsiteY12" fmla="*/ 2249544 h 3221116"/>
              <a:gd name="connsiteX13" fmla="*/ 2585849 w 3182629"/>
              <a:gd name="connsiteY13" fmla="*/ 2588887 h 3221116"/>
              <a:gd name="connsiteX14" fmla="*/ 1973374 w 3182629"/>
              <a:gd name="connsiteY14" fmla="*/ 2195096 h 3221116"/>
              <a:gd name="connsiteX15" fmla="*/ 1390827 w 3182629"/>
              <a:gd name="connsiteY15" fmla="*/ 2527630 h 3221116"/>
              <a:gd name="connsiteX16" fmla="*/ 783896 w 3182629"/>
              <a:gd name="connsiteY16" fmla="*/ 1665044 h 3221116"/>
              <a:gd name="connsiteX17" fmla="*/ 1268509 w 3182629"/>
              <a:gd name="connsiteY17" fmla="*/ 819983 h 3221116"/>
              <a:gd name="connsiteX18" fmla="*/ 1328805 w 3182629"/>
              <a:gd name="connsiteY18" fmla="*/ 807930 h 3221116"/>
              <a:gd name="connsiteX19" fmla="*/ 1390827 w 3182629"/>
              <a:gd name="connsiteY19" fmla="*/ 802457 h 3221116"/>
              <a:gd name="connsiteX20" fmla="*/ 1462242 w 3182629"/>
              <a:gd name="connsiteY20" fmla="*/ 801708 h 3221116"/>
              <a:gd name="connsiteX21" fmla="*/ 1956122 w 3182629"/>
              <a:gd name="connsiteY21" fmla="*/ 1110076 h 3221116"/>
              <a:gd name="connsiteX22" fmla="*/ 1973374 w 3182629"/>
              <a:gd name="connsiteY22" fmla="*/ 875315 h 3221116"/>
              <a:gd name="connsiteX23" fmla="*/ 2333414 w 3182629"/>
              <a:gd name="connsiteY23" fmla="*/ 875315 h 3221116"/>
              <a:gd name="connsiteX24" fmla="*/ 2324788 w 3182629"/>
              <a:gd name="connsiteY24" fmla="*/ 2054049 h 3221116"/>
              <a:gd name="connsiteX25" fmla="*/ 2661746 w 3182629"/>
              <a:gd name="connsiteY25" fmla="*/ 2179658 h 3221116"/>
              <a:gd name="connsiteX26" fmla="*/ 2691046 w 3182629"/>
              <a:gd name="connsiteY26" fmla="*/ 2188689 h 3221116"/>
              <a:gd name="connsiteX27" fmla="*/ 2667011 w 3182629"/>
              <a:gd name="connsiteY27" fmla="*/ 2175828 h 3221116"/>
              <a:gd name="connsiteX28" fmla="*/ 2332141 w 3182629"/>
              <a:gd name="connsiteY28" fmla="*/ 653899 h 3221116"/>
              <a:gd name="connsiteX29" fmla="*/ 776764 w 3182629"/>
              <a:gd name="connsiteY29" fmla="*/ 749845 h 3221116"/>
              <a:gd name="connsiteX30" fmla="*/ 631487 w 3182629"/>
              <a:gd name="connsiteY30" fmla="*/ 2301392 h 3221116"/>
              <a:gd name="connsiteX31" fmla="*/ 2142017 w 3182629"/>
              <a:gd name="connsiteY31" fmla="*/ 2684410 h 3221116"/>
              <a:gd name="connsiteX32" fmla="*/ 2324866 w 3182629"/>
              <a:gd name="connsiteY32" fmla="*/ 3053856 h 3221116"/>
              <a:gd name="connsiteX33" fmla="*/ 294693 w 3182629"/>
              <a:gd name="connsiteY33" fmla="*/ 2539075 h 3221116"/>
              <a:gd name="connsiteX34" fmla="*/ 489947 w 3182629"/>
              <a:gd name="connsiteY34" fmla="*/ 453774 h 3221116"/>
              <a:gd name="connsiteX35" fmla="*/ 1651152 w 3182629"/>
              <a:gd name="connsiteY35" fmla="*/ 501 h 3221116"/>
              <a:gd name="connsiteX0" fmla="*/ 2664630 w 3189723"/>
              <a:gd name="connsiteY0" fmla="*/ 2175617 h 3221116"/>
              <a:gd name="connsiteX1" fmla="*/ 2658205 w 3189723"/>
              <a:gd name="connsiteY1" fmla="*/ 2178566 h 3221116"/>
              <a:gd name="connsiteX2" fmla="*/ 2664630 w 3189723"/>
              <a:gd name="connsiteY2" fmla="*/ 2175617 h 3221116"/>
              <a:gd name="connsiteX3" fmla="*/ 1477043 w 3189723"/>
              <a:gd name="connsiteY3" fmla="*/ 1144372 h 3221116"/>
              <a:gd name="connsiteX4" fmla="*/ 1409070 w 3189723"/>
              <a:gd name="connsiteY4" fmla="*/ 1159393 h 3221116"/>
              <a:gd name="connsiteX5" fmla="*/ 1152384 w 3189723"/>
              <a:gd name="connsiteY5" fmla="*/ 1703728 h 3221116"/>
              <a:gd name="connsiteX6" fmla="*/ 1514013 w 3189723"/>
              <a:gd name="connsiteY6" fmla="*/ 2152290 h 3221116"/>
              <a:gd name="connsiteX7" fmla="*/ 1850815 w 3189723"/>
              <a:gd name="connsiteY7" fmla="*/ 1654259 h 3221116"/>
              <a:gd name="connsiteX8" fmla="*/ 1830467 w 3189723"/>
              <a:gd name="connsiteY8" fmla="*/ 1515986 h 3221116"/>
              <a:gd name="connsiteX9" fmla="*/ 1477043 w 3189723"/>
              <a:gd name="connsiteY9" fmla="*/ 1144372 h 3221116"/>
              <a:gd name="connsiteX10" fmla="*/ 1651152 w 3189723"/>
              <a:gd name="connsiteY10" fmla="*/ 501 h 3221116"/>
              <a:gd name="connsiteX11" fmla="*/ 2580395 w 3189723"/>
              <a:gd name="connsiteY11" fmla="*/ 324821 h 3221116"/>
              <a:gd name="connsiteX12" fmla="*/ 3030464 w 3189723"/>
              <a:gd name="connsiteY12" fmla="*/ 2249544 h 3221116"/>
              <a:gd name="connsiteX13" fmla="*/ 2585849 w 3189723"/>
              <a:gd name="connsiteY13" fmla="*/ 2588887 h 3221116"/>
              <a:gd name="connsiteX14" fmla="*/ 1973374 w 3189723"/>
              <a:gd name="connsiteY14" fmla="*/ 2195096 h 3221116"/>
              <a:gd name="connsiteX15" fmla="*/ 1390827 w 3189723"/>
              <a:gd name="connsiteY15" fmla="*/ 2527630 h 3221116"/>
              <a:gd name="connsiteX16" fmla="*/ 783896 w 3189723"/>
              <a:gd name="connsiteY16" fmla="*/ 1665044 h 3221116"/>
              <a:gd name="connsiteX17" fmla="*/ 1268509 w 3189723"/>
              <a:gd name="connsiteY17" fmla="*/ 819983 h 3221116"/>
              <a:gd name="connsiteX18" fmla="*/ 1328805 w 3189723"/>
              <a:gd name="connsiteY18" fmla="*/ 807930 h 3221116"/>
              <a:gd name="connsiteX19" fmla="*/ 1390827 w 3189723"/>
              <a:gd name="connsiteY19" fmla="*/ 802457 h 3221116"/>
              <a:gd name="connsiteX20" fmla="*/ 1462242 w 3189723"/>
              <a:gd name="connsiteY20" fmla="*/ 801708 h 3221116"/>
              <a:gd name="connsiteX21" fmla="*/ 1956122 w 3189723"/>
              <a:gd name="connsiteY21" fmla="*/ 1110076 h 3221116"/>
              <a:gd name="connsiteX22" fmla="*/ 1973374 w 3189723"/>
              <a:gd name="connsiteY22" fmla="*/ 875315 h 3221116"/>
              <a:gd name="connsiteX23" fmla="*/ 2333414 w 3189723"/>
              <a:gd name="connsiteY23" fmla="*/ 875315 h 3221116"/>
              <a:gd name="connsiteX24" fmla="*/ 2324788 w 3189723"/>
              <a:gd name="connsiteY24" fmla="*/ 2054049 h 3221116"/>
              <a:gd name="connsiteX25" fmla="*/ 2661746 w 3189723"/>
              <a:gd name="connsiteY25" fmla="*/ 2179658 h 3221116"/>
              <a:gd name="connsiteX26" fmla="*/ 2691046 w 3189723"/>
              <a:gd name="connsiteY26" fmla="*/ 2188689 h 3221116"/>
              <a:gd name="connsiteX27" fmla="*/ 2667011 w 3189723"/>
              <a:gd name="connsiteY27" fmla="*/ 2175828 h 3221116"/>
              <a:gd name="connsiteX28" fmla="*/ 2332141 w 3189723"/>
              <a:gd name="connsiteY28" fmla="*/ 653899 h 3221116"/>
              <a:gd name="connsiteX29" fmla="*/ 776764 w 3189723"/>
              <a:gd name="connsiteY29" fmla="*/ 749845 h 3221116"/>
              <a:gd name="connsiteX30" fmla="*/ 631487 w 3189723"/>
              <a:gd name="connsiteY30" fmla="*/ 2301392 h 3221116"/>
              <a:gd name="connsiteX31" fmla="*/ 2142017 w 3189723"/>
              <a:gd name="connsiteY31" fmla="*/ 2684410 h 3221116"/>
              <a:gd name="connsiteX32" fmla="*/ 2324866 w 3189723"/>
              <a:gd name="connsiteY32" fmla="*/ 3053856 h 3221116"/>
              <a:gd name="connsiteX33" fmla="*/ 294693 w 3189723"/>
              <a:gd name="connsiteY33" fmla="*/ 2539075 h 3221116"/>
              <a:gd name="connsiteX34" fmla="*/ 489947 w 3189723"/>
              <a:gd name="connsiteY34" fmla="*/ 453774 h 3221116"/>
              <a:gd name="connsiteX35" fmla="*/ 1651152 w 3189723"/>
              <a:gd name="connsiteY35" fmla="*/ 501 h 322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189723" h="3221116">
                <a:moveTo>
                  <a:pt x="2664630" y="2175617"/>
                </a:moveTo>
                <a:lnTo>
                  <a:pt x="2658205" y="2178566"/>
                </a:lnTo>
                <a:cubicBezTo>
                  <a:pt x="2662222" y="2175972"/>
                  <a:pt x="2664284" y="2175096"/>
                  <a:pt x="2664630" y="2175617"/>
                </a:cubicBezTo>
                <a:close/>
                <a:moveTo>
                  <a:pt x="1477043" y="1144372"/>
                </a:moveTo>
                <a:lnTo>
                  <a:pt x="1409070" y="1159393"/>
                </a:lnTo>
                <a:cubicBezTo>
                  <a:pt x="1167974" y="1216277"/>
                  <a:pt x="1134894" y="1538245"/>
                  <a:pt x="1152384" y="1703728"/>
                </a:cubicBezTo>
                <a:cubicBezTo>
                  <a:pt x="1169874" y="1869211"/>
                  <a:pt x="1272747" y="2156947"/>
                  <a:pt x="1514013" y="2152290"/>
                </a:cubicBezTo>
                <a:cubicBezTo>
                  <a:pt x="1680659" y="2149073"/>
                  <a:pt x="1865876" y="1940767"/>
                  <a:pt x="1850815" y="1654259"/>
                </a:cubicBezTo>
                <a:cubicBezTo>
                  <a:pt x="1844015" y="1608142"/>
                  <a:pt x="1837162" y="1561942"/>
                  <a:pt x="1830467" y="1515986"/>
                </a:cubicBezTo>
                <a:cubicBezTo>
                  <a:pt x="1779361" y="1292438"/>
                  <a:pt x="1635542" y="1134285"/>
                  <a:pt x="1477043" y="1144372"/>
                </a:cubicBezTo>
                <a:close/>
                <a:moveTo>
                  <a:pt x="1651152" y="501"/>
                </a:moveTo>
                <a:cubicBezTo>
                  <a:pt x="1977584" y="8635"/>
                  <a:pt x="2235425" y="52153"/>
                  <a:pt x="2580395" y="324821"/>
                </a:cubicBezTo>
                <a:cubicBezTo>
                  <a:pt x="3000061" y="656529"/>
                  <a:pt x="3430704" y="1549940"/>
                  <a:pt x="3030464" y="2249544"/>
                </a:cubicBezTo>
                <a:cubicBezTo>
                  <a:pt x="2882259" y="2451798"/>
                  <a:pt x="2785813" y="2507403"/>
                  <a:pt x="2585849" y="2588887"/>
                </a:cubicBezTo>
                <a:cubicBezTo>
                  <a:pt x="2194785" y="2615774"/>
                  <a:pt x="1984876" y="2478759"/>
                  <a:pt x="1973374" y="2195096"/>
                </a:cubicBezTo>
                <a:cubicBezTo>
                  <a:pt x="1841986" y="2496540"/>
                  <a:pt x="1610941" y="2555551"/>
                  <a:pt x="1390827" y="2527630"/>
                </a:cubicBezTo>
                <a:cubicBezTo>
                  <a:pt x="1131071" y="2494680"/>
                  <a:pt x="853863" y="2136270"/>
                  <a:pt x="783896" y="1665044"/>
                </a:cubicBezTo>
                <a:cubicBezTo>
                  <a:pt x="715204" y="1202409"/>
                  <a:pt x="991941" y="900416"/>
                  <a:pt x="1268509" y="819983"/>
                </a:cubicBezTo>
                <a:cubicBezTo>
                  <a:pt x="1288264" y="814237"/>
                  <a:pt x="1308391" y="810536"/>
                  <a:pt x="1328805" y="807930"/>
                </a:cubicBezTo>
                <a:cubicBezTo>
                  <a:pt x="1349219" y="805325"/>
                  <a:pt x="1369921" y="803817"/>
                  <a:pt x="1390827" y="802457"/>
                </a:cubicBezTo>
                <a:cubicBezTo>
                  <a:pt x="1416795" y="800769"/>
                  <a:pt x="1355770" y="788713"/>
                  <a:pt x="1462242" y="801708"/>
                </a:cubicBezTo>
                <a:cubicBezTo>
                  <a:pt x="1599590" y="818472"/>
                  <a:pt x="1776043" y="890774"/>
                  <a:pt x="1956122" y="1110076"/>
                </a:cubicBezTo>
                <a:lnTo>
                  <a:pt x="1973374" y="875315"/>
                </a:lnTo>
                <a:lnTo>
                  <a:pt x="2333414" y="875315"/>
                </a:lnTo>
                <a:cubicBezTo>
                  <a:pt x="2330539" y="1325736"/>
                  <a:pt x="2327663" y="1603628"/>
                  <a:pt x="2324788" y="2054049"/>
                </a:cubicBezTo>
                <a:cubicBezTo>
                  <a:pt x="2290850" y="2479718"/>
                  <a:pt x="2627788" y="2217580"/>
                  <a:pt x="2661746" y="2179658"/>
                </a:cubicBezTo>
                <a:lnTo>
                  <a:pt x="2691046" y="2188689"/>
                </a:lnTo>
                <a:lnTo>
                  <a:pt x="2667011" y="2175828"/>
                </a:lnTo>
                <a:cubicBezTo>
                  <a:pt x="2945550" y="1655295"/>
                  <a:pt x="2803444" y="1009445"/>
                  <a:pt x="2332141" y="653899"/>
                </a:cubicBezTo>
                <a:cubicBezTo>
                  <a:pt x="1860838" y="298353"/>
                  <a:pt x="1200794" y="339069"/>
                  <a:pt x="776764" y="749845"/>
                </a:cubicBezTo>
                <a:cubicBezTo>
                  <a:pt x="352733" y="1160621"/>
                  <a:pt x="291083" y="1819040"/>
                  <a:pt x="631487" y="2301392"/>
                </a:cubicBezTo>
                <a:cubicBezTo>
                  <a:pt x="971891" y="2783745"/>
                  <a:pt x="1612904" y="2946283"/>
                  <a:pt x="2142017" y="2684410"/>
                </a:cubicBezTo>
                <a:lnTo>
                  <a:pt x="2324866" y="3053856"/>
                </a:lnTo>
                <a:cubicBezTo>
                  <a:pt x="1613730" y="3405817"/>
                  <a:pt x="752200" y="3187363"/>
                  <a:pt x="294693" y="2539075"/>
                </a:cubicBezTo>
                <a:cubicBezTo>
                  <a:pt x="-162814" y="1890787"/>
                  <a:pt x="-79956" y="1005863"/>
                  <a:pt x="489947" y="453774"/>
                </a:cubicBezTo>
                <a:cubicBezTo>
                  <a:pt x="810518" y="143225"/>
                  <a:pt x="1231454" y="-9956"/>
                  <a:pt x="1651152" y="501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3" name="Left Arrow 1">
            <a:extLst>
              <a:ext uri="{FF2B5EF4-FFF2-40B4-BE49-F238E27FC236}">
                <a16:creationId xmlns:a16="http://schemas.microsoft.com/office/drawing/2014/main" id="{11A02CD9-5AB9-45D0-92A6-40C919301F80}"/>
              </a:ext>
            </a:extLst>
          </p:cNvPr>
          <p:cNvSpPr>
            <a:spLocks noChangeAspect="1"/>
          </p:cNvSpPr>
          <p:nvPr/>
        </p:nvSpPr>
        <p:spPr>
          <a:xfrm>
            <a:off x="5100526" y="5208720"/>
            <a:ext cx="369872" cy="360000"/>
          </a:xfrm>
          <a:custGeom>
            <a:avLst/>
            <a:gdLst/>
            <a:ahLst/>
            <a:cxnLst/>
            <a:rect l="l" t="t" r="r" b="b"/>
            <a:pathLst>
              <a:path w="3306630" h="3218379">
                <a:moveTo>
                  <a:pt x="0" y="2085651"/>
                </a:moveTo>
                <a:cubicBezTo>
                  <a:pt x="253919" y="2342528"/>
                  <a:pt x="881542" y="2297196"/>
                  <a:pt x="1388167" y="2271654"/>
                </a:cubicBezTo>
                <a:lnTo>
                  <a:pt x="1417952" y="2988872"/>
                </a:lnTo>
                <a:lnTo>
                  <a:pt x="717647" y="2950294"/>
                </a:lnTo>
                <a:cubicBezTo>
                  <a:pt x="467617" y="2928101"/>
                  <a:pt x="217417" y="2555860"/>
                  <a:pt x="0" y="2085651"/>
                </a:cubicBezTo>
                <a:close/>
                <a:moveTo>
                  <a:pt x="1969797" y="2019847"/>
                </a:moveTo>
                <a:lnTo>
                  <a:pt x="1969797" y="2274913"/>
                </a:lnTo>
                <a:lnTo>
                  <a:pt x="2657809" y="2274913"/>
                </a:lnTo>
                <a:cubicBezTo>
                  <a:pt x="2787205" y="2599270"/>
                  <a:pt x="2968360" y="2923626"/>
                  <a:pt x="2675062" y="2954686"/>
                </a:cubicBezTo>
                <a:lnTo>
                  <a:pt x="1969797" y="2963313"/>
                </a:lnTo>
                <a:lnTo>
                  <a:pt x="1969797" y="3218379"/>
                </a:lnTo>
                <a:lnTo>
                  <a:pt x="1429598" y="2619113"/>
                </a:lnTo>
                <a:close/>
                <a:moveTo>
                  <a:pt x="2961009" y="1275432"/>
                </a:moveTo>
                <a:lnTo>
                  <a:pt x="3277752" y="1901203"/>
                </a:lnTo>
                <a:cubicBezTo>
                  <a:pt x="3383548" y="2128832"/>
                  <a:pt x="3186278" y="2531632"/>
                  <a:pt x="2887773" y="2955026"/>
                </a:cubicBezTo>
                <a:cubicBezTo>
                  <a:pt x="2983276" y="2606687"/>
                  <a:pt x="2630206" y="2085815"/>
                  <a:pt x="2354773" y="1659836"/>
                </a:cubicBezTo>
                <a:close/>
                <a:moveTo>
                  <a:pt x="1019997" y="990789"/>
                </a:moveTo>
                <a:lnTo>
                  <a:pt x="1268877" y="1758248"/>
                </a:lnTo>
                <a:lnTo>
                  <a:pt x="1047983" y="1630715"/>
                </a:lnTo>
                <a:lnTo>
                  <a:pt x="703977" y="2226552"/>
                </a:lnTo>
                <a:cubicBezTo>
                  <a:pt x="358378" y="2176433"/>
                  <a:pt x="-13100" y="2171140"/>
                  <a:pt x="106650" y="1901606"/>
                </a:cubicBezTo>
                <a:lnTo>
                  <a:pt x="451811" y="1286515"/>
                </a:lnTo>
                <a:lnTo>
                  <a:pt x="230918" y="1158982"/>
                </a:lnTo>
                <a:close/>
                <a:moveTo>
                  <a:pt x="2174825" y="119764"/>
                </a:moveTo>
                <a:cubicBezTo>
                  <a:pt x="2220451" y="119103"/>
                  <a:pt x="2264887" y="143875"/>
                  <a:pt x="2308274" y="203493"/>
                </a:cubicBezTo>
                <a:lnTo>
                  <a:pt x="2668377" y="809957"/>
                </a:lnTo>
                <a:lnTo>
                  <a:pt x="2889271" y="682424"/>
                </a:lnTo>
                <a:lnTo>
                  <a:pt x="2640391" y="1449883"/>
                </a:lnTo>
                <a:lnTo>
                  <a:pt x="1851312" y="1281690"/>
                </a:lnTo>
                <a:lnTo>
                  <a:pt x="2072206" y="1154157"/>
                </a:lnTo>
                <a:lnTo>
                  <a:pt x="1728200" y="558321"/>
                </a:lnTo>
                <a:cubicBezTo>
                  <a:pt x="1890352" y="352642"/>
                  <a:pt x="2037947" y="121750"/>
                  <a:pt x="2174825" y="119764"/>
                </a:cubicBezTo>
                <a:close/>
                <a:moveTo>
                  <a:pt x="1831774" y="30"/>
                </a:moveTo>
                <a:cubicBezTo>
                  <a:pt x="1948530" y="539"/>
                  <a:pt x="2073232" y="7407"/>
                  <a:pt x="2202212" y="19111"/>
                </a:cubicBezTo>
                <a:cubicBezTo>
                  <a:pt x="1852790" y="110572"/>
                  <a:pt x="1578238" y="676776"/>
                  <a:pt x="1347045" y="1128297"/>
                </a:cubicBezTo>
                <a:lnTo>
                  <a:pt x="711024" y="795483"/>
                </a:lnTo>
                <a:lnTo>
                  <a:pt x="1094586" y="208291"/>
                </a:lnTo>
                <a:cubicBezTo>
                  <a:pt x="1202761" y="54213"/>
                  <a:pt x="1481508" y="-1496"/>
                  <a:pt x="1831774" y="3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Oval 35">
            <a:extLst>
              <a:ext uri="{FF2B5EF4-FFF2-40B4-BE49-F238E27FC236}">
                <a16:creationId xmlns:a16="http://schemas.microsoft.com/office/drawing/2014/main" id="{79D0A256-9ECB-4651-B419-738E00E5BDB0}"/>
              </a:ext>
            </a:extLst>
          </p:cNvPr>
          <p:cNvSpPr/>
          <p:nvPr/>
        </p:nvSpPr>
        <p:spPr>
          <a:xfrm>
            <a:off x="4604646" y="5209445"/>
            <a:ext cx="289606" cy="365156"/>
          </a:xfrm>
          <a:custGeom>
            <a:avLst/>
            <a:gdLst/>
            <a:ahLst/>
            <a:cxnLst/>
            <a:rect l="l" t="t" r="r" b="b"/>
            <a:pathLst>
              <a:path w="2548531" h="3213371">
                <a:moveTo>
                  <a:pt x="792000" y="2498954"/>
                </a:moveTo>
                <a:lnTo>
                  <a:pt x="792000" y="2641726"/>
                </a:lnTo>
                <a:cubicBezTo>
                  <a:pt x="463357" y="2661706"/>
                  <a:pt x="216000" y="2748872"/>
                  <a:pt x="216000" y="2853371"/>
                </a:cubicBezTo>
                <a:cubicBezTo>
                  <a:pt x="216000" y="2972665"/>
                  <a:pt x="538355" y="3069371"/>
                  <a:pt x="936000" y="3069371"/>
                </a:cubicBezTo>
                <a:cubicBezTo>
                  <a:pt x="1333645" y="3069371"/>
                  <a:pt x="1656000" y="2972665"/>
                  <a:pt x="1656000" y="2853371"/>
                </a:cubicBezTo>
                <a:cubicBezTo>
                  <a:pt x="1656000" y="2748872"/>
                  <a:pt x="1408644" y="2661706"/>
                  <a:pt x="1080000" y="2641726"/>
                </a:cubicBezTo>
                <a:lnTo>
                  <a:pt x="1080000" y="2498954"/>
                </a:lnTo>
                <a:cubicBezTo>
                  <a:pt x="1528614" y="2524263"/>
                  <a:pt x="1872000" y="2673393"/>
                  <a:pt x="1872000" y="2853371"/>
                </a:cubicBezTo>
                <a:cubicBezTo>
                  <a:pt x="1872000" y="3052194"/>
                  <a:pt x="1452939" y="3213371"/>
                  <a:pt x="936000" y="3213371"/>
                </a:cubicBezTo>
                <a:cubicBezTo>
                  <a:pt x="419061" y="3213371"/>
                  <a:pt x="0" y="3052194"/>
                  <a:pt x="0" y="2853371"/>
                </a:cubicBezTo>
                <a:cubicBezTo>
                  <a:pt x="0" y="2673393"/>
                  <a:pt x="343386" y="2524263"/>
                  <a:pt x="792000" y="2498954"/>
                </a:cubicBezTo>
                <a:close/>
                <a:moveTo>
                  <a:pt x="2190403" y="180020"/>
                </a:moveTo>
                <a:cubicBezTo>
                  <a:pt x="2388233" y="180020"/>
                  <a:pt x="2548531" y="236495"/>
                  <a:pt x="2548531" y="306081"/>
                </a:cubicBezTo>
                <a:lnTo>
                  <a:pt x="2548531" y="1314569"/>
                </a:lnTo>
                <a:cubicBezTo>
                  <a:pt x="2548531" y="1244983"/>
                  <a:pt x="2388233" y="1188508"/>
                  <a:pt x="2190403" y="1188508"/>
                </a:cubicBezTo>
                <a:cubicBezTo>
                  <a:pt x="1992574" y="1188508"/>
                  <a:pt x="1832276" y="1244983"/>
                  <a:pt x="1832276" y="1314569"/>
                </a:cubicBezTo>
                <a:cubicBezTo>
                  <a:pt x="1832276" y="1384155"/>
                  <a:pt x="1671978" y="1440630"/>
                  <a:pt x="1474148" y="1440630"/>
                </a:cubicBezTo>
                <a:cubicBezTo>
                  <a:pt x="1276318" y="1440630"/>
                  <a:pt x="1116020" y="1384155"/>
                  <a:pt x="1116020" y="1314569"/>
                </a:cubicBezTo>
                <a:lnTo>
                  <a:pt x="1116020" y="306081"/>
                </a:lnTo>
                <a:cubicBezTo>
                  <a:pt x="1116020" y="375667"/>
                  <a:pt x="1276318" y="432142"/>
                  <a:pt x="1474148" y="432142"/>
                </a:cubicBezTo>
                <a:cubicBezTo>
                  <a:pt x="1671978" y="432142"/>
                  <a:pt x="1832276" y="375667"/>
                  <a:pt x="1832276" y="306081"/>
                </a:cubicBezTo>
                <a:cubicBezTo>
                  <a:pt x="1832276" y="236495"/>
                  <a:pt x="1992574" y="180020"/>
                  <a:pt x="2190403" y="180020"/>
                </a:cubicBezTo>
                <a:close/>
                <a:moveTo>
                  <a:pt x="936000" y="0"/>
                </a:moveTo>
                <a:cubicBezTo>
                  <a:pt x="1035422" y="0"/>
                  <a:pt x="1116020" y="80598"/>
                  <a:pt x="1116020" y="180020"/>
                </a:cubicBezTo>
                <a:cubicBezTo>
                  <a:pt x="1116020" y="246019"/>
                  <a:pt x="1080504" y="303723"/>
                  <a:pt x="1026000" y="332457"/>
                </a:cubicBezTo>
                <a:lnTo>
                  <a:pt x="1026000" y="2887874"/>
                </a:lnTo>
                <a:lnTo>
                  <a:pt x="846000" y="2887874"/>
                </a:lnTo>
                <a:lnTo>
                  <a:pt x="846000" y="332457"/>
                </a:lnTo>
                <a:cubicBezTo>
                  <a:pt x="791497" y="303723"/>
                  <a:pt x="755980" y="246019"/>
                  <a:pt x="755980" y="180020"/>
                </a:cubicBezTo>
                <a:cubicBezTo>
                  <a:pt x="755980" y="80598"/>
                  <a:pt x="836578" y="0"/>
                  <a:pt x="936000" y="0"/>
                </a:cubicBez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Trapezoid 22">
            <a:extLst>
              <a:ext uri="{FF2B5EF4-FFF2-40B4-BE49-F238E27FC236}">
                <a16:creationId xmlns:a16="http://schemas.microsoft.com/office/drawing/2014/main" id="{D2EC6B0A-E896-40D9-B4A8-1556019F68B9}"/>
              </a:ext>
            </a:extLst>
          </p:cNvPr>
          <p:cNvSpPr>
            <a:spLocks noChangeAspect="1"/>
          </p:cNvSpPr>
          <p:nvPr/>
        </p:nvSpPr>
        <p:spPr>
          <a:xfrm>
            <a:off x="5679160" y="5152775"/>
            <a:ext cx="817633" cy="415945"/>
          </a:xfrm>
          <a:custGeom>
            <a:avLst/>
            <a:gdLst/>
            <a:ahLst/>
            <a:cxnLst/>
            <a:rect l="l" t="t" r="r" b="b"/>
            <a:pathLst>
              <a:path w="3261500" h="1659188">
                <a:moveTo>
                  <a:pt x="121102" y="1436888"/>
                </a:moveTo>
                <a:lnTo>
                  <a:pt x="3045452" y="1436888"/>
                </a:lnTo>
                <a:cubicBezTo>
                  <a:pt x="3001437" y="1508238"/>
                  <a:pt x="2956882" y="1580993"/>
                  <a:pt x="2918729" y="1659188"/>
                </a:cubicBezTo>
                <a:lnTo>
                  <a:pt x="202648" y="1659188"/>
                </a:lnTo>
                <a:cubicBezTo>
                  <a:pt x="188127" y="1585004"/>
                  <a:pt x="156049" y="1510828"/>
                  <a:pt x="121102" y="1436888"/>
                </a:cubicBezTo>
                <a:close/>
                <a:moveTo>
                  <a:pt x="2814967" y="1119413"/>
                </a:moveTo>
                <a:lnTo>
                  <a:pt x="2814967" y="1227413"/>
                </a:lnTo>
                <a:lnTo>
                  <a:pt x="2922967" y="1227413"/>
                </a:lnTo>
                <a:lnTo>
                  <a:pt x="2922967" y="1119413"/>
                </a:lnTo>
                <a:close/>
                <a:moveTo>
                  <a:pt x="2600074" y="1119413"/>
                </a:moveTo>
                <a:lnTo>
                  <a:pt x="2600074" y="1227413"/>
                </a:lnTo>
                <a:lnTo>
                  <a:pt x="2708074" y="1227413"/>
                </a:lnTo>
                <a:lnTo>
                  <a:pt x="2708074" y="1119413"/>
                </a:lnTo>
                <a:close/>
                <a:moveTo>
                  <a:pt x="2385182" y="1119413"/>
                </a:moveTo>
                <a:lnTo>
                  <a:pt x="2385182" y="1227413"/>
                </a:lnTo>
                <a:lnTo>
                  <a:pt x="2493182" y="1227413"/>
                </a:lnTo>
                <a:lnTo>
                  <a:pt x="2493182" y="1119413"/>
                </a:lnTo>
                <a:close/>
                <a:moveTo>
                  <a:pt x="1716569" y="1119413"/>
                </a:moveTo>
                <a:lnTo>
                  <a:pt x="1716569" y="1227413"/>
                </a:lnTo>
                <a:lnTo>
                  <a:pt x="1824569" y="1227413"/>
                </a:lnTo>
                <a:lnTo>
                  <a:pt x="1824569" y="1119413"/>
                </a:lnTo>
                <a:close/>
                <a:moveTo>
                  <a:pt x="1501676" y="1119413"/>
                </a:moveTo>
                <a:lnTo>
                  <a:pt x="1501676" y="1227413"/>
                </a:lnTo>
                <a:lnTo>
                  <a:pt x="1609676" y="1227413"/>
                </a:lnTo>
                <a:lnTo>
                  <a:pt x="1609676" y="1119413"/>
                </a:lnTo>
                <a:close/>
                <a:moveTo>
                  <a:pt x="1286784" y="1119413"/>
                </a:moveTo>
                <a:lnTo>
                  <a:pt x="1286784" y="1227413"/>
                </a:lnTo>
                <a:lnTo>
                  <a:pt x="1394784" y="1227413"/>
                </a:lnTo>
                <a:lnTo>
                  <a:pt x="1394784" y="1119413"/>
                </a:lnTo>
                <a:close/>
                <a:moveTo>
                  <a:pt x="1071892" y="1119413"/>
                </a:moveTo>
                <a:lnTo>
                  <a:pt x="1071892" y="1227413"/>
                </a:lnTo>
                <a:lnTo>
                  <a:pt x="1179892" y="1227413"/>
                </a:lnTo>
                <a:lnTo>
                  <a:pt x="1179892" y="1119413"/>
                </a:lnTo>
                <a:close/>
                <a:moveTo>
                  <a:pt x="857000" y="1119413"/>
                </a:moveTo>
                <a:lnTo>
                  <a:pt x="857000" y="1227413"/>
                </a:lnTo>
                <a:lnTo>
                  <a:pt x="965000" y="1227413"/>
                </a:lnTo>
                <a:lnTo>
                  <a:pt x="965000" y="1119413"/>
                </a:lnTo>
                <a:close/>
                <a:moveTo>
                  <a:pt x="642108" y="1119413"/>
                </a:moveTo>
                <a:lnTo>
                  <a:pt x="642108" y="1227413"/>
                </a:lnTo>
                <a:lnTo>
                  <a:pt x="750108" y="1227413"/>
                </a:lnTo>
                <a:lnTo>
                  <a:pt x="750108" y="1119413"/>
                </a:lnTo>
                <a:close/>
                <a:moveTo>
                  <a:pt x="427216" y="1119413"/>
                </a:moveTo>
                <a:lnTo>
                  <a:pt x="427216" y="1227413"/>
                </a:lnTo>
                <a:lnTo>
                  <a:pt x="535216" y="1227413"/>
                </a:lnTo>
                <a:lnTo>
                  <a:pt x="535216" y="1119413"/>
                </a:lnTo>
                <a:close/>
                <a:moveTo>
                  <a:pt x="356387" y="794045"/>
                </a:moveTo>
                <a:lnTo>
                  <a:pt x="310667" y="896924"/>
                </a:lnTo>
                <a:lnTo>
                  <a:pt x="2620886" y="908354"/>
                </a:lnTo>
                <a:lnTo>
                  <a:pt x="2540130" y="801665"/>
                </a:lnTo>
                <a:close/>
                <a:moveTo>
                  <a:pt x="382676" y="631248"/>
                </a:moveTo>
                <a:lnTo>
                  <a:pt x="363625" y="730317"/>
                </a:lnTo>
                <a:lnTo>
                  <a:pt x="2492522" y="737937"/>
                </a:lnTo>
                <a:lnTo>
                  <a:pt x="2418771" y="631248"/>
                </a:lnTo>
                <a:close/>
                <a:moveTo>
                  <a:pt x="1756650" y="318899"/>
                </a:moveTo>
                <a:lnTo>
                  <a:pt x="1756650" y="477608"/>
                </a:lnTo>
                <a:lnTo>
                  <a:pt x="1900650" y="477608"/>
                </a:lnTo>
                <a:lnTo>
                  <a:pt x="1900650" y="318899"/>
                </a:lnTo>
                <a:close/>
                <a:moveTo>
                  <a:pt x="1470038" y="318899"/>
                </a:moveTo>
                <a:lnTo>
                  <a:pt x="1470038" y="477608"/>
                </a:lnTo>
                <a:lnTo>
                  <a:pt x="1614038" y="477608"/>
                </a:lnTo>
                <a:lnTo>
                  <a:pt x="1614038" y="318899"/>
                </a:lnTo>
                <a:close/>
                <a:moveTo>
                  <a:pt x="1183427" y="318899"/>
                </a:moveTo>
                <a:lnTo>
                  <a:pt x="1183427" y="477608"/>
                </a:lnTo>
                <a:lnTo>
                  <a:pt x="1327427" y="477608"/>
                </a:lnTo>
                <a:lnTo>
                  <a:pt x="1327427" y="318899"/>
                </a:lnTo>
                <a:close/>
                <a:moveTo>
                  <a:pt x="896816" y="318899"/>
                </a:moveTo>
                <a:lnTo>
                  <a:pt x="896816" y="477608"/>
                </a:lnTo>
                <a:lnTo>
                  <a:pt x="1040816" y="477608"/>
                </a:lnTo>
                <a:lnTo>
                  <a:pt x="1040816" y="318899"/>
                </a:lnTo>
                <a:close/>
                <a:moveTo>
                  <a:pt x="1190618" y="0"/>
                </a:moveTo>
                <a:lnTo>
                  <a:pt x="1271830" y="0"/>
                </a:lnTo>
                <a:lnTo>
                  <a:pt x="1308266" y="193836"/>
                </a:lnTo>
                <a:lnTo>
                  <a:pt x="1977660" y="193836"/>
                </a:lnTo>
                <a:lnTo>
                  <a:pt x="2138144" y="525639"/>
                </a:lnTo>
                <a:lnTo>
                  <a:pt x="2421400" y="525639"/>
                </a:lnTo>
                <a:lnTo>
                  <a:pt x="2750195" y="950920"/>
                </a:lnTo>
                <a:lnTo>
                  <a:pt x="3261500" y="937238"/>
                </a:lnTo>
                <a:cubicBezTo>
                  <a:pt x="3244841" y="1097170"/>
                  <a:pt x="3172191" y="1230845"/>
                  <a:pt x="3089450" y="1364888"/>
                </a:cubicBezTo>
                <a:lnTo>
                  <a:pt x="88044" y="1364888"/>
                </a:lnTo>
                <a:cubicBezTo>
                  <a:pt x="35437" y="1251413"/>
                  <a:pt x="-11245" y="1137942"/>
                  <a:pt x="2399" y="1024450"/>
                </a:cubicBezTo>
                <a:lnTo>
                  <a:pt x="197767" y="1019222"/>
                </a:lnTo>
                <a:lnTo>
                  <a:pt x="321162" y="525639"/>
                </a:lnTo>
                <a:lnTo>
                  <a:pt x="681951" y="525639"/>
                </a:lnTo>
                <a:lnTo>
                  <a:pt x="764901" y="193836"/>
                </a:lnTo>
                <a:lnTo>
                  <a:pt x="930048" y="193836"/>
                </a:lnTo>
                <a:lnTo>
                  <a:pt x="966373" y="588"/>
                </a:lnTo>
                <a:lnTo>
                  <a:pt x="1047585" y="588"/>
                </a:lnTo>
                <a:lnTo>
                  <a:pt x="1083910" y="193836"/>
                </a:lnTo>
                <a:lnTo>
                  <a:pt x="1154183" y="193836"/>
                </a:lnTo>
                <a:close/>
              </a:path>
            </a:pathLst>
          </a:custGeom>
          <a:solidFill>
            <a:srgbClr val="EE1C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700"/>
          </a:p>
        </p:txBody>
      </p:sp>
      <p:sp>
        <p:nvSpPr>
          <p:cNvPr id="146" name="Titolo Cover"/>
          <p:cNvSpPr txBox="1"/>
          <p:nvPr/>
        </p:nvSpPr>
        <p:spPr>
          <a:xfrm>
            <a:off x="806450" y="4700000"/>
            <a:ext cx="7300000" cy="8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b="1">
                <a:solidFill>
                  <a:schemeClr val="bg1"/>
                </a:solidFill>
              </a:rPr>
              <a:t>Cardine</a:t>
            </a:r>
          </a:p>
        </p:txBody>
      </p:sp>
      <p:sp>
        <p:nvSpPr>
          <p:cNvPr id="147" name="Sottotitolo Cover"/>
          <p:cNvSpPr txBox="1"/>
          <p:nvPr/>
        </p:nvSpPr>
        <p:spPr>
          <a:xfrm>
            <a:off x="806450" y="5420000"/>
            <a:ext cx="8600000" cy="5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>
                <a:solidFill>
                  <a:schemeClr val="bg1"/>
                </a:solidFill>
              </a:rPr>
              <a:t>La mappa del tuo percorso professionale</a:t>
            </a:r>
          </a:p>
        </p:txBody>
      </p:sp>
    </p:spTree>
    <p:extLst>
      <p:ext uri="{BB962C8B-B14F-4D97-AF65-F5344CB8AC3E}">
        <p14:creationId xmlns:p14="http://schemas.microsoft.com/office/powerpoint/2010/main" val="6383036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849768" y="2801939"/>
            <a:ext cx="10492464" cy="125412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it-IT" sz="4800" b="1" dirty="0">
                <a:solidFill>
                  <a:schemeClr val="tx1"/>
                </a:solidFill>
              </a:rPr>
              <a:t>01 — Il Problema</a:t>
            </a:r>
          </a:p>
        </p:txBody>
      </p:sp>
    </p:spTree>
    <p:extLst>
      <p:ext uri="{BB962C8B-B14F-4D97-AF65-F5344CB8AC3E}">
        <p14:creationId xmlns:p14="http://schemas.microsoft.com/office/powerpoint/2010/main" val="6237255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849768" y="2801939"/>
            <a:ext cx="10492464" cy="125412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it-IT" sz="4800" b="1"/>
              <a:t>03 — Architettura Tecnica</a:t>
            </a:r>
          </a:p>
        </p:txBody>
      </p:sp>
    </p:spTree>
    <p:extLst>
      <p:ext uri="{BB962C8B-B14F-4D97-AF65-F5344CB8AC3E}">
        <p14:creationId xmlns:p14="http://schemas.microsoft.com/office/powerpoint/2010/main" val="34166246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344B6CAB-3520-DC05-2B1D-A5417F2242D7}"/>
              </a:ext>
            </a:extLst>
          </p:cNvPr>
          <p:cNvSpPr txBox="1"/>
          <p:nvPr/>
        </p:nvSpPr>
        <p:spPr>
          <a:xfrm>
            <a:off x="0" y="2941894"/>
            <a:ext cx="60153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it-IT" sz="4800" dirty="0">
                <a:ln w="3175">
                  <a:noFill/>
                </a:ln>
                <a:solidFill>
                  <a:schemeClr val="bg1"/>
                </a:solidFill>
                <a:latin typeface="Segoe UI Light"/>
                <a:cs typeface="Arial" charset="0"/>
              </a:rPr>
              <a:t>Grazie</a:t>
            </a:r>
            <a:endParaRPr lang="it-IT" sz="2800" spc="-15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CasellaDiTesto Sottotitolo"/>
          <p:cNvSpPr txBox="1"/>
          <p:nvPr/>
        </p:nvSpPr>
        <p:spPr>
          <a:xfrm>
            <a:off x="0" y="3827000"/>
            <a:ext cx="6015318" cy="49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it-IT" sz="2200">
                <a:solidFill>
                  <a:schemeClr val="bg1"/>
                </a:solidFill>
              </a:rPr>
              <a:t>Cardine — Giugno 2026</a:t>
            </a:r>
          </a:p>
        </p:txBody>
      </p:sp>
    </p:spTree>
    <p:extLst>
      <p:ext uri="{BB962C8B-B14F-4D97-AF65-F5344CB8AC3E}">
        <p14:creationId xmlns:p14="http://schemas.microsoft.com/office/powerpoint/2010/main" val="16672016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3763" y="2573431"/>
            <a:ext cx="2042240" cy="1830345"/>
          </a:xfrm>
          <a:prstGeom prst="rect">
            <a:avLst/>
          </a:prstGeom>
        </p:spPr>
      </p:pic>
      <p:sp>
        <p:nvSpPr>
          <p:cNvPr id="6" name="CasellaDiTesto 5"/>
          <p:cNvSpPr txBox="1"/>
          <p:nvPr/>
        </p:nvSpPr>
        <p:spPr>
          <a:xfrm>
            <a:off x="7103040" y="4603546"/>
            <a:ext cx="2563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>
                <a:solidFill>
                  <a:schemeClr val="bg1"/>
                </a:solidFill>
              </a:rPr>
              <a:t>Il Sistema Cardine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D7BB5AE-12B5-06F8-81BE-11C69A95D3A1}"/>
              </a:ext>
            </a:extLst>
          </p:cNvPr>
          <p:cNvSpPr/>
          <p:nvPr/>
        </p:nvSpPr>
        <p:spPr>
          <a:xfrm>
            <a:off x="1337565" y="1821085"/>
            <a:ext cx="4758435" cy="3727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1650">
                <a:solidFill>
                  <a:schemeClr val="bg1"/>
                </a:solidFill>
              </a:rPr>
              <a:t>HR Admin — Configura il catalogo dei ruoli e gestisce i livelli assegnati ai dipendenti. Personalizza il catalogo base Cardine.</a:t>
            </a:r>
          </a:p>
          <a:p>
            <a:r>
              <a:rPr lang="it-IT" sz="1650">
                <a:solidFill>
                  <a:schemeClr val="bg1"/>
                </a:solidFill>
              </a:rPr>
              <a:t>Career Counselor — Visualizza gap e roadmap di tutto il suo gruppo. Usa Cardine per preparare i colloqui di sviluppo con dati strutturati.</a:t>
            </a:r>
          </a:p>
          <a:p>
            <a:r>
              <a:rPr lang="it-IT" sz="1650">
                <a:solidFill>
                  <a:schemeClr val="bg1"/>
                </a:solidFill>
              </a:rPr>
              <a:t>Dipendente — Accede in self-service alla propria mappa di prossimità, sceglie il Ruolo Target e genera la Roadmap con il supporto dell'AI.</a:t>
            </a:r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5F5456B1-8D18-5084-2A5A-B930233F1B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883" y="519167"/>
            <a:ext cx="10058400" cy="790254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it-IT" sz="4000" b="1"/>
              <a:t>Gli Attori del Sistema</a:t>
            </a:r>
          </a:p>
        </p:txBody>
      </p:sp>
      <p:pic>
        <p:nvPicPr>
          <p:cNvPr id="12" name="Elemento grafico 11">
            <a:extLst>
              <a:ext uri="{FF2B5EF4-FFF2-40B4-BE49-F238E27FC236}">
                <a16:creationId xmlns:a16="http://schemas.microsoft.com/office/drawing/2014/main" id="{BA26112D-5D50-E3D3-DAAB-C494B290FA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883" y="392685"/>
            <a:ext cx="850574" cy="85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1590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3763" y="2573431"/>
            <a:ext cx="2042240" cy="1830345"/>
          </a:xfrm>
          <a:prstGeom prst="rect">
            <a:avLst/>
          </a:prstGeom>
        </p:spPr>
      </p:pic>
      <p:sp>
        <p:nvSpPr>
          <p:cNvPr id="6" name="CasellaDiTesto 5"/>
          <p:cNvSpPr txBox="1"/>
          <p:nvPr/>
        </p:nvSpPr>
        <p:spPr>
          <a:xfrm>
            <a:off x="7103040" y="4603546"/>
            <a:ext cx="2563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>
                <a:solidFill>
                  <a:schemeClr val="bg1"/>
                </a:solidFill>
              </a:rPr>
              <a:t>Azure Cloud — EU Region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D7BB5AE-12B5-06F8-81BE-11C69A95D3A1}"/>
              </a:ext>
            </a:extLst>
          </p:cNvPr>
          <p:cNvSpPr/>
          <p:nvPr/>
        </p:nvSpPr>
        <p:spPr>
          <a:xfrm>
            <a:off x="1337565" y="1821085"/>
            <a:ext cx="4758435" cy="3727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1600" b="1">
                <a:solidFill>
                  <a:schemeClr val="bg1"/>
                </a:solidFill>
              </a:rPr>
              <a:t>Frontend: </a:t>
            </a:r>
            <a:r>
              <a:rPr lang="it-IT" sz="1600">
                <a:solidFill>
                  <a:schemeClr val="bg1"/>
                </a:solidFill>
              </a:rPr>
              <a:t>React 18 + TypeScript — SPA enterprise, streaming LLM in tempo reale</a:t>
            </a:r>
          </a:p>
          <a:p>
            <a:r>
              <a:rPr lang="it-IT" sz="1600" b="1">
                <a:solidFill>
                  <a:schemeClr val="bg1"/>
                </a:solidFill>
              </a:rPr>
              <a:t>Backend: </a:t>
            </a:r>
            <a:r>
              <a:rPr lang="it-IT" sz="1600">
                <a:solidFill>
                  <a:schemeClr val="bg1"/>
                </a:solidFill>
              </a:rPr>
              <a:t>Node.js + TypeScript — REST API monolite, Server-Sent Events per streaming</a:t>
            </a:r>
          </a:p>
          <a:p>
            <a:r>
              <a:rPr lang="it-IT" sz="1600" b="1">
                <a:solidFill>
                  <a:schemeClr val="bg1"/>
                </a:solidFill>
              </a:rPr>
              <a:t>Database: </a:t>
            </a:r>
            <a:r>
              <a:rPr lang="it-IT" sz="1600">
                <a:solidFill>
                  <a:schemeClr val="bg1"/>
                </a:solidFill>
              </a:rPr>
              <a:t>PostgreSQL 16 — Dati strutturati, row-level security multi-tenant</a:t>
            </a:r>
          </a:p>
          <a:p>
            <a:r>
              <a:rPr lang="it-IT" sz="1600" b="1">
                <a:solidFill>
                  <a:schemeClr val="bg1"/>
                </a:solidFill>
              </a:rPr>
              <a:t>LLM: </a:t>
            </a:r>
            <a:r>
              <a:rPr lang="it-IT" sz="1600">
                <a:solidFill>
                  <a:schemeClr val="bg1"/>
                </a:solidFill>
              </a:rPr>
              <a:t>Azure OpenAI (GPT-4o) — Data residency EU, GDPR-compliant, SLA enterprise</a:t>
            </a:r>
          </a:p>
          <a:p>
            <a:r>
              <a:rPr lang="it-IT" sz="1600" b="1">
                <a:solidFill>
                  <a:schemeClr val="bg1"/>
                </a:solidFill>
              </a:rPr>
              <a:t>Hosting: </a:t>
            </a:r>
            <a:r>
              <a:rPr lang="it-IT" sz="1600">
                <a:solidFill>
                  <a:schemeClr val="bg1"/>
                </a:solidFill>
              </a:rPr>
              <a:t>Azure App Service + Azure Database for PostgreSQL</a:t>
            </a:r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5F5456B1-8D18-5084-2A5A-B930233F1B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883" y="519167"/>
            <a:ext cx="10058400" cy="790254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it-IT" sz="4000" b="1"/>
              <a:t>Stack Tecnologico</a:t>
            </a:r>
          </a:p>
        </p:txBody>
      </p:sp>
      <p:pic>
        <p:nvPicPr>
          <p:cNvPr id="12" name="Elemento grafico 11">
            <a:extLst>
              <a:ext uri="{FF2B5EF4-FFF2-40B4-BE49-F238E27FC236}">
                <a16:creationId xmlns:a16="http://schemas.microsoft.com/office/drawing/2014/main" id="{BA26112D-5D50-E3D3-DAAB-C494B290FA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883" y="392685"/>
            <a:ext cx="850574" cy="85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1590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3763" y="2573431"/>
            <a:ext cx="2042240" cy="1830345"/>
          </a:xfrm>
          <a:prstGeom prst="rect">
            <a:avLst/>
          </a:prstGeom>
        </p:spPr>
      </p:pic>
      <p:sp>
        <p:nvSpPr>
          <p:cNvPr id="6" name="CasellaDiTesto 5"/>
          <p:cNvSpPr txBox="1"/>
          <p:nvPr/>
        </p:nvSpPr>
        <p:spPr>
          <a:xfrm>
            <a:off x="7103040" y="4603546"/>
            <a:ext cx="2563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>
                <a:solidFill>
                  <a:schemeClr val="bg1"/>
                </a:solidFill>
              </a:rPr>
              <a:t>Forfait Fisso + Infrastruttura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D7BB5AE-12B5-06F8-81BE-11C69A95D3A1}"/>
              </a:ext>
            </a:extLst>
          </p:cNvPr>
          <p:cNvSpPr/>
          <p:nvPr/>
        </p:nvSpPr>
        <p:spPr>
          <a:xfrm>
            <a:off x="1337565" y="1821085"/>
            <a:ext cx="4758435" cy="3727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1450">
                <a:solidFill>
                  <a:schemeClr val="bg1"/>
                </a:solidFill>
              </a:rPr>
              <a:t>Sviluppo Fase 1 MVP — Prezzo offerto: € 110.000 + IVA</a:t>
            </a:r>
          </a:p>
          <a:p>
            <a:r>
              <a:rPr lang="it-IT" sz="1450">
                <a:solidFill>
                  <a:schemeClr val="bg1"/>
                </a:solidFill>
              </a:rPr>
              <a:t>Sconto commerciale applicato: − € 24.500 (18%) sul prezzo di listino € 134.500</a:t>
            </a:r>
          </a:p>
          <a:p>
            <a:r>
              <a:rPr lang="it-IT" sz="1450">
                <a:solidFill>
                  <a:schemeClr val="bg1"/>
                </a:solidFill>
              </a:rPr>
              <a:t>Team: Tech Lead, 2 Fullstack Developer, UX/UI Designer, PM, Analista/Tester · 10 settimane</a:t>
            </a:r>
          </a:p>
          <a:p>
            <a:r>
              <a:rPr lang="it-IT" sz="1450">
                <a:solidFill>
                  <a:schemeClr val="bg1"/>
                </a:solidFill>
              </a:rPr>
              <a:t> </a:t>
            </a:r>
          </a:p>
          <a:p>
            <a:r>
              <a:rPr lang="it-IT" sz="1450" b="1">
                <a:solidFill>
                  <a:schemeClr val="bg1"/>
                </a:solidFill>
              </a:rPr>
              <a:t>Infrastruttura Azure (&lt;20 utenti, prod) — a carico del cliente</a:t>
            </a:r>
          </a:p>
          <a:p>
            <a:r>
              <a:rPr lang="it-IT" sz="1450">
                <a:solidFill>
                  <a:schemeClr val="bg1"/>
                </a:solidFill>
              </a:rPr>
              <a:t>Architettura Azure EU: App Service, PostgreSQL, OpenAI GPT-4o, WAF v2, Private Endpoints</a:t>
            </a:r>
          </a:p>
          <a:p>
            <a:r>
              <a:rPr lang="it-IT" sz="1450">
                <a:solidFill>
                  <a:schemeClr val="bg1"/>
                </a:solidFill>
              </a:rPr>
              <a:t> </a:t>
            </a:r>
          </a:p>
          <a:p>
            <a:r>
              <a:rPr lang="it-IT" sz="1450" b="1">
                <a:solidFill>
                  <a:schemeClr val="bg1"/>
                </a:solidFill>
              </a:rPr>
              <a:t>Infrastruttura Azure a carico del cliente — stima operativa disponibile su richiesta</a:t>
            </a:r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5F5456B1-8D18-5084-2A5A-B930233F1B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883" y="519167"/>
            <a:ext cx="10058400" cy="790254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it-IT" sz="4000" b="1"/>
              <a:t>Stima Economica — Fase 1</a:t>
            </a:r>
          </a:p>
        </p:txBody>
      </p:sp>
      <p:pic>
        <p:nvPicPr>
          <p:cNvPr id="12" name="Elemento grafico 11">
            <a:extLst>
              <a:ext uri="{FF2B5EF4-FFF2-40B4-BE49-F238E27FC236}">
                <a16:creationId xmlns:a16="http://schemas.microsoft.com/office/drawing/2014/main" id="{BA26112D-5D50-E3D3-DAAB-C494B290FA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883" y="392685"/>
            <a:ext cx="850574" cy="85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1590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o 21">
            <a:extLst>
              <a:ext uri="{FF2B5EF4-FFF2-40B4-BE49-F238E27FC236}">
                <a16:creationId xmlns:a16="http://schemas.microsoft.com/office/drawing/2014/main" id="{FBA481B1-BB90-E4CD-E0F0-063C9677515C}"/>
              </a:ext>
            </a:extLst>
          </p:cNvPr>
          <p:cNvGrpSpPr/>
          <p:nvPr/>
        </p:nvGrpSpPr>
        <p:grpSpPr>
          <a:xfrm>
            <a:off x="3752156" y="2930576"/>
            <a:ext cx="495696" cy="495696"/>
            <a:chOff x="2214910" y="711500"/>
            <a:chExt cx="1173144" cy="1173144"/>
          </a:xfrm>
          <a:solidFill>
            <a:srgbClr val="0296CD"/>
          </a:solidFill>
        </p:grpSpPr>
        <p:sp>
          <p:nvSpPr>
            <p:cNvPr id="23" name="Ovale 22">
              <a:extLst>
                <a:ext uri="{FF2B5EF4-FFF2-40B4-BE49-F238E27FC236}">
                  <a16:creationId xmlns:a16="http://schemas.microsoft.com/office/drawing/2014/main" id="{EC66A579-C9EA-5FF9-B809-877A54055923}"/>
                </a:ext>
              </a:extLst>
            </p:cNvPr>
            <p:cNvSpPr/>
            <p:nvPr/>
          </p:nvSpPr>
          <p:spPr>
            <a:xfrm>
              <a:off x="2214910" y="711500"/>
              <a:ext cx="1173144" cy="1173144"/>
            </a:xfrm>
            <a:prstGeom prst="ellips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4" name="Ovale 4">
              <a:extLst>
                <a:ext uri="{FF2B5EF4-FFF2-40B4-BE49-F238E27FC236}">
                  <a16:creationId xmlns:a16="http://schemas.microsoft.com/office/drawing/2014/main" id="{B2EC8F6A-0B7B-6B00-4296-FB60488A74B2}"/>
                </a:ext>
              </a:extLst>
            </p:cNvPr>
            <p:cNvSpPr txBox="1"/>
            <p:nvPr/>
          </p:nvSpPr>
          <p:spPr>
            <a:xfrm>
              <a:off x="2386713" y="883303"/>
              <a:ext cx="829538" cy="82953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0" tIns="63500" rIns="63500" bIns="63500" numCol="1" spcCol="1270" anchor="ctr" anchorCtr="0">
              <a:noAutofit/>
            </a:bodyPr>
            <a:lstStyle/>
            <a:p>
              <a:pPr lvl="0" algn="ctr" defTabSz="2222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it-IT" sz="5000" kern="1200"/>
            </a:p>
          </p:txBody>
        </p:sp>
      </p:grp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DA57E1A5-6A8D-1BD5-772B-20B7DBE0FCBB}"/>
              </a:ext>
            </a:extLst>
          </p:cNvPr>
          <p:cNvGrpSpPr/>
          <p:nvPr/>
        </p:nvGrpSpPr>
        <p:grpSpPr>
          <a:xfrm>
            <a:off x="3752156" y="4066004"/>
            <a:ext cx="495696" cy="495696"/>
            <a:chOff x="2214910" y="711500"/>
            <a:chExt cx="1173144" cy="1173144"/>
          </a:xfrm>
          <a:solidFill>
            <a:srgbClr val="0296CD"/>
          </a:solidFill>
        </p:grpSpPr>
        <p:sp>
          <p:nvSpPr>
            <p:cNvPr id="27" name="Ovale 26">
              <a:extLst>
                <a:ext uri="{FF2B5EF4-FFF2-40B4-BE49-F238E27FC236}">
                  <a16:creationId xmlns:a16="http://schemas.microsoft.com/office/drawing/2014/main" id="{9156A98B-FA49-E98B-584B-CC5C20C7C975}"/>
                </a:ext>
              </a:extLst>
            </p:cNvPr>
            <p:cNvSpPr/>
            <p:nvPr/>
          </p:nvSpPr>
          <p:spPr>
            <a:xfrm>
              <a:off x="2214910" y="711500"/>
              <a:ext cx="1173144" cy="1173144"/>
            </a:xfrm>
            <a:prstGeom prst="ellips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8" name="Ovale 4">
              <a:extLst>
                <a:ext uri="{FF2B5EF4-FFF2-40B4-BE49-F238E27FC236}">
                  <a16:creationId xmlns:a16="http://schemas.microsoft.com/office/drawing/2014/main" id="{9ED41DC2-FD2E-E65E-AEB4-76BFAC36223F}"/>
                </a:ext>
              </a:extLst>
            </p:cNvPr>
            <p:cNvSpPr txBox="1"/>
            <p:nvPr/>
          </p:nvSpPr>
          <p:spPr>
            <a:xfrm>
              <a:off x="2386713" y="883303"/>
              <a:ext cx="829538" cy="82953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0" tIns="63500" rIns="63500" bIns="63500" numCol="1" spcCol="1270" anchor="ctr" anchorCtr="0">
              <a:noAutofit/>
            </a:bodyPr>
            <a:lstStyle/>
            <a:p>
              <a:pPr lvl="0" algn="ctr" defTabSz="2222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it-IT" sz="5000" kern="1200"/>
            </a:p>
          </p:txBody>
        </p:sp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6AEAB927-0621-5ECE-2572-880126DCEEFC}"/>
              </a:ext>
            </a:extLst>
          </p:cNvPr>
          <p:cNvGrpSpPr/>
          <p:nvPr/>
        </p:nvGrpSpPr>
        <p:grpSpPr>
          <a:xfrm>
            <a:off x="3752156" y="5186486"/>
            <a:ext cx="495696" cy="495696"/>
            <a:chOff x="2214910" y="711500"/>
            <a:chExt cx="1173144" cy="1173144"/>
          </a:xfrm>
          <a:solidFill>
            <a:srgbClr val="0296CD"/>
          </a:solidFill>
        </p:grpSpPr>
        <p:sp>
          <p:nvSpPr>
            <p:cNvPr id="31" name="Ovale 30">
              <a:extLst>
                <a:ext uri="{FF2B5EF4-FFF2-40B4-BE49-F238E27FC236}">
                  <a16:creationId xmlns:a16="http://schemas.microsoft.com/office/drawing/2014/main" id="{73613D22-6696-9CDC-79BA-AF1D8BCBCA49}"/>
                </a:ext>
              </a:extLst>
            </p:cNvPr>
            <p:cNvSpPr/>
            <p:nvPr/>
          </p:nvSpPr>
          <p:spPr>
            <a:xfrm>
              <a:off x="2214910" y="711500"/>
              <a:ext cx="1173144" cy="1173144"/>
            </a:xfrm>
            <a:prstGeom prst="ellips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32" name="Ovale 4">
              <a:extLst>
                <a:ext uri="{FF2B5EF4-FFF2-40B4-BE49-F238E27FC236}">
                  <a16:creationId xmlns:a16="http://schemas.microsoft.com/office/drawing/2014/main" id="{C0810B80-3F4A-875B-54CF-4832AB37F360}"/>
                </a:ext>
              </a:extLst>
            </p:cNvPr>
            <p:cNvSpPr txBox="1"/>
            <p:nvPr/>
          </p:nvSpPr>
          <p:spPr>
            <a:xfrm>
              <a:off x="2386713" y="883303"/>
              <a:ext cx="829538" cy="82953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0" tIns="63500" rIns="63500" bIns="63500" numCol="1" spcCol="1270" anchor="ctr" anchorCtr="0">
              <a:noAutofit/>
            </a:bodyPr>
            <a:lstStyle/>
            <a:p>
              <a:pPr lvl="0" algn="ctr" defTabSz="2222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it-IT" sz="5000" kern="1200">
                <a:solidFill>
                  <a:schemeClr val="bg1"/>
                </a:solidFill>
              </a:endParaRPr>
            </a:p>
          </p:txBody>
        </p:sp>
      </p:grp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880A6D10-5F18-3BB9-EB47-48BD7FF263CC}"/>
              </a:ext>
            </a:extLst>
          </p:cNvPr>
          <p:cNvSpPr txBox="1"/>
          <p:nvPr/>
        </p:nvSpPr>
        <p:spPr>
          <a:xfrm>
            <a:off x="3794272" y="2916814"/>
            <a:ext cx="423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1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9621F4BA-F387-673A-6A7F-E862AEE66738}"/>
              </a:ext>
            </a:extLst>
          </p:cNvPr>
          <p:cNvSpPr txBox="1"/>
          <p:nvPr/>
        </p:nvSpPr>
        <p:spPr>
          <a:xfrm>
            <a:off x="3794272" y="4052242"/>
            <a:ext cx="423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2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CAC29E82-17E9-DAED-FD9C-07FDEF2702F3}"/>
              </a:ext>
            </a:extLst>
          </p:cNvPr>
          <p:cNvSpPr txBox="1"/>
          <p:nvPr/>
        </p:nvSpPr>
        <p:spPr>
          <a:xfrm>
            <a:off x="3794272" y="5172724"/>
            <a:ext cx="423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3</a:t>
            </a:r>
          </a:p>
        </p:txBody>
      </p:sp>
      <p:sp>
        <p:nvSpPr>
          <p:cNvPr id="4" name="Titolo 2">
            <a:extLst>
              <a:ext uri="{FF2B5EF4-FFF2-40B4-BE49-F238E27FC236}">
                <a16:creationId xmlns:a16="http://schemas.microsoft.com/office/drawing/2014/main" id="{AE6FB7D6-A573-B8B5-F2E0-B51AC6638E8B}"/>
              </a:ext>
            </a:extLst>
          </p:cNvPr>
          <p:cNvSpPr txBox="1">
            <a:spLocks/>
          </p:cNvSpPr>
          <p:nvPr/>
        </p:nvSpPr>
        <p:spPr>
          <a:xfrm>
            <a:off x="6183265" y="1027906"/>
            <a:ext cx="37054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pPr algn="ctr"/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F8B5D131-A7B9-EDE1-EDAA-9605A90C189B}"/>
              </a:ext>
            </a:extLst>
          </p:cNvPr>
          <p:cNvGrpSpPr/>
          <p:nvPr/>
        </p:nvGrpSpPr>
        <p:grpSpPr>
          <a:xfrm>
            <a:off x="7852780" y="2930576"/>
            <a:ext cx="495696" cy="495696"/>
            <a:chOff x="2214910" y="711500"/>
            <a:chExt cx="1173144" cy="1173144"/>
          </a:xfrm>
          <a:solidFill>
            <a:srgbClr val="F68121"/>
          </a:solidFill>
        </p:grpSpPr>
        <p:sp>
          <p:nvSpPr>
            <p:cNvPr id="6" name="Ovale 5">
              <a:extLst>
                <a:ext uri="{FF2B5EF4-FFF2-40B4-BE49-F238E27FC236}">
                  <a16:creationId xmlns:a16="http://schemas.microsoft.com/office/drawing/2014/main" id="{5FED6EB4-D6DC-C28E-E055-9547EAA2789E}"/>
                </a:ext>
              </a:extLst>
            </p:cNvPr>
            <p:cNvSpPr/>
            <p:nvPr/>
          </p:nvSpPr>
          <p:spPr>
            <a:xfrm>
              <a:off x="2214910" y="711500"/>
              <a:ext cx="1173144" cy="1173144"/>
            </a:xfrm>
            <a:prstGeom prst="ellips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7" name="Ovale 4">
              <a:extLst>
                <a:ext uri="{FF2B5EF4-FFF2-40B4-BE49-F238E27FC236}">
                  <a16:creationId xmlns:a16="http://schemas.microsoft.com/office/drawing/2014/main" id="{B579366C-56B4-73DA-7684-2E8D0AA37BEB}"/>
                </a:ext>
              </a:extLst>
            </p:cNvPr>
            <p:cNvSpPr txBox="1"/>
            <p:nvPr/>
          </p:nvSpPr>
          <p:spPr>
            <a:xfrm>
              <a:off x="2386713" y="883303"/>
              <a:ext cx="829538" cy="82953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0" tIns="63500" rIns="63500" bIns="63500" numCol="1" spcCol="1270" anchor="ctr" anchorCtr="0">
              <a:noAutofit/>
            </a:bodyPr>
            <a:lstStyle/>
            <a:p>
              <a:pPr lvl="0" algn="ctr" defTabSz="2222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it-IT" sz="5000" kern="1200"/>
            </a:p>
          </p:txBody>
        </p:sp>
      </p:grp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2B682C0-A29E-E2C3-DDD4-7A1248877194}"/>
              </a:ext>
            </a:extLst>
          </p:cNvPr>
          <p:cNvSpPr txBox="1"/>
          <p:nvPr/>
        </p:nvSpPr>
        <p:spPr>
          <a:xfrm>
            <a:off x="7894896" y="2916814"/>
            <a:ext cx="423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1</a:t>
            </a: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A6951BDE-54AC-43FB-7BC0-FF00275F0C20}"/>
              </a:ext>
            </a:extLst>
          </p:cNvPr>
          <p:cNvGrpSpPr/>
          <p:nvPr/>
        </p:nvGrpSpPr>
        <p:grpSpPr>
          <a:xfrm>
            <a:off x="7852780" y="4066004"/>
            <a:ext cx="495696" cy="495696"/>
            <a:chOff x="2214910" y="711500"/>
            <a:chExt cx="1173144" cy="1173144"/>
          </a:xfrm>
          <a:solidFill>
            <a:srgbClr val="F68121"/>
          </a:solidFill>
        </p:grpSpPr>
        <p:sp>
          <p:nvSpPr>
            <p:cNvPr id="10" name="Ovale 9">
              <a:extLst>
                <a:ext uri="{FF2B5EF4-FFF2-40B4-BE49-F238E27FC236}">
                  <a16:creationId xmlns:a16="http://schemas.microsoft.com/office/drawing/2014/main" id="{5F8A0C4E-8165-62BB-4F41-2540B3169310}"/>
                </a:ext>
              </a:extLst>
            </p:cNvPr>
            <p:cNvSpPr/>
            <p:nvPr/>
          </p:nvSpPr>
          <p:spPr>
            <a:xfrm>
              <a:off x="2214910" y="711500"/>
              <a:ext cx="1173144" cy="1173144"/>
            </a:xfrm>
            <a:prstGeom prst="ellips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1" name="Ovale 4">
              <a:extLst>
                <a:ext uri="{FF2B5EF4-FFF2-40B4-BE49-F238E27FC236}">
                  <a16:creationId xmlns:a16="http://schemas.microsoft.com/office/drawing/2014/main" id="{23F44CCF-7D3F-E403-C83E-A9BB5CCE485C}"/>
                </a:ext>
              </a:extLst>
            </p:cNvPr>
            <p:cNvSpPr txBox="1"/>
            <p:nvPr/>
          </p:nvSpPr>
          <p:spPr>
            <a:xfrm>
              <a:off x="2386713" y="883303"/>
              <a:ext cx="829538" cy="82953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0" tIns="63500" rIns="63500" bIns="63500" numCol="1" spcCol="1270" anchor="ctr" anchorCtr="0">
              <a:noAutofit/>
            </a:bodyPr>
            <a:lstStyle/>
            <a:p>
              <a:pPr lvl="0" algn="ctr" defTabSz="2222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it-IT" sz="5000" kern="1200"/>
            </a:p>
          </p:txBody>
        </p:sp>
      </p:grp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146064F-476D-A682-F93A-C28FBC00E380}"/>
              </a:ext>
            </a:extLst>
          </p:cNvPr>
          <p:cNvSpPr txBox="1"/>
          <p:nvPr/>
        </p:nvSpPr>
        <p:spPr>
          <a:xfrm>
            <a:off x="7894896" y="4052242"/>
            <a:ext cx="423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2</a:t>
            </a:r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EE14A7CA-F286-E38E-FE95-7CC43A8CF318}"/>
              </a:ext>
            </a:extLst>
          </p:cNvPr>
          <p:cNvGrpSpPr/>
          <p:nvPr/>
        </p:nvGrpSpPr>
        <p:grpSpPr>
          <a:xfrm>
            <a:off x="7852780" y="5186486"/>
            <a:ext cx="495696" cy="495696"/>
            <a:chOff x="2214910" y="711500"/>
            <a:chExt cx="1173144" cy="1173144"/>
          </a:xfrm>
          <a:solidFill>
            <a:srgbClr val="F68121"/>
          </a:solidFill>
        </p:grpSpPr>
        <p:sp>
          <p:nvSpPr>
            <p:cNvPr id="14" name="Ovale 13">
              <a:extLst>
                <a:ext uri="{FF2B5EF4-FFF2-40B4-BE49-F238E27FC236}">
                  <a16:creationId xmlns:a16="http://schemas.microsoft.com/office/drawing/2014/main" id="{C7B3A622-F8B3-4536-D03D-379921DE5353}"/>
                </a:ext>
              </a:extLst>
            </p:cNvPr>
            <p:cNvSpPr/>
            <p:nvPr/>
          </p:nvSpPr>
          <p:spPr>
            <a:xfrm>
              <a:off x="2214910" y="711500"/>
              <a:ext cx="1173144" cy="1173144"/>
            </a:xfrm>
            <a:prstGeom prst="ellips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5" name="Ovale 4">
              <a:extLst>
                <a:ext uri="{FF2B5EF4-FFF2-40B4-BE49-F238E27FC236}">
                  <a16:creationId xmlns:a16="http://schemas.microsoft.com/office/drawing/2014/main" id="{7C53C2D9-70E9-FDA8-C740-5BC0B2BEFD25}"/>
                </a:ext>
              </a:extLst>
            </p:cNvPr>
            <p:cNvSpPr txBox="1"/>
            <p:nvPr/>
          </p:nvSpPr>
          <p:spPr>
            <a:xfrm>
              <a:off x="2386713" y="883303"/>
              <a:ext cx="829538" cy="82953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0" tIns="63500" rIns="63500" bIns="63500" numCol="1" spcCol="1270" anchor="ctr" anchorCtr="0">
              <a:noAutofit/>
            </a:bodyPr>
            <a:lstStyle/>
            <a:p>
              <a:pPr lvl="0" algn="ctr" defTabSz="2222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it-IT" sz="5000" kern="1200">
                <a:solidFill>
                  <a:schemeClr val="bg1"/>
                </a:solidFill>
              </a:endParaRPr>
            </a:p>
          </p:txBody>
        </p:sp>
      </p:grp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B3BD2612-5D99-D0BC-0CB2-7899FF1A1DE0}"/>
              </a:ext>
            </a:extLst>
          </p:cNvPr>
          <p:cNvSpPr txBox="1"/>
          <p:nvPr/>
        </p:nvSpPr>
        <p:spPr>
          <a:xfrm>
            <a:off x="7894896" y="5172724"/>
            <a:ext cx="423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3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A3D27A20-AF43-FFC7-6EF7-DA3F1E171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854" y="2426062"/>
            <a:ext cx="2254376" cy="247345"/>
          </a:xfrm>
          <a:prstGeom prst="rect">
            <a:avLst/>
          </a:prstGeom>
        </p:spPr>
      </p:pic>
      <p:sp>
        <p:nvSpPr>
          <p:cNvPr id="18" name="Rettangolo 17">
            <a:extLst>
              <a:ext uri="{FF2B5EF4-FFF2-40B4-BE49-F238E27FC236}">
                <a16:creationId xmlns:a16="http://schemas.microsoft.com/office/drawing/2014/main" id="{BFB85852-8999-3EB9-DA9D-02546F1131DC}"/>
              </a:ext>
            </a:extLst>
          </p:cNvPr>
          <p:cNvSpPr/>
          <p:nvPr/>
        </p:nvSpPr>
        <p:spPr>
          <a:xfrm>
            <a:off x="6516024" y="3116138"/>
            <a:ext cx="3160038" cy="819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1650">
                <a:solidFill>
                  <a:schemeClr val="tx1"/>
                </a:solidFill>
              </a:rPr>
              <a:t>Il connettore importa il profilo dalla piattaforma interna. Per il MVP: profili pre-caricati.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35A0723A-71E8-44FE-7CDB-EEB6F0FDEAF9}"/>
              </a:ext>
            </a:extLst>
          </p:cNvPr>
          <p:cNvSpPr/>
          <p:nvPr/>
        </p:nvSpPr>
        <p:spPr>
          <a:xfrm>
            <a:off x="6516024" y="4291038"/>
            <a:ext cx="3160038" cy="819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1650">
                <a:solidFill>
                  <a:schemeClr val="tx1"/>
                </a:solidFill>
              </a:rPr>
              <a:t>L'AI calcola il Proximity Score verso ogni ruolo compatibile con il livello HR del dipendente.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E8838B5-D233-731D-47D6-E3F30623B009}"/>
              </a:ext>
            </a:extLst>
          </p:cNvPr>
          <p:cNvSpPr/>
          <p:nvPr/>
        </p:nvSpPr>
        <p:spPr>
          <a:xfrm>
            <a:off x="6516024" y="5434334"/>
            <a:ext cx="3160038" cy="819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1650">
                <a:solidFill>
                  <a:schemeClr val="tx1"/>
                </a:solidFill>
              </a:rPr>
              <a:t>Il dipendente sceglie il Ruolo Target. L'LLM genera la Roadmap in streaming. Il dipendente la affina con input naturale.</a:t>
            </a:r>
          </a:p>
        </p:txBody>
      </p:sp>
      <p:sp>
        <p:nvSpPr>
          <p:cNvPr id="21" name="Titolo 2">
            <a:extLst>
              <a:ext uri="{FF2B5EF4-FFF2-40B4-BE49-F238E27FC236}">
                <a16:creationId xmlns:a16="http://schemas.microsoft.com/office/drawing/2014/main" id="{60BF1393-A47A-B91A-FA1D-E75539D3D7EC}"/>
              </a:ext>
            </a:extLst>
          </p:cNvPr>
          <p:cNvSpPr txBox="1">
            <a:spLocks/>
          </p:cNvSpPr>
          <p:nvPr/>
        </p:nvSpPr>
        <p:spPr>
          <a:xfrm>
            <a:off x="2082641" y="1027906"/>
            <a:ext cx="37054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pPr algn="ctr"/>
            <a:r>
              <a:rPr lang="it-IT" sz="4000"/>
              <a:t>Dal profilo alla roadmap</a:t>
            </a:r>
          </a:p>
        </p:txBody>
      </p:sp>
      <p:pic>
        <p:nvPicPr>
          <p:cNvPr id="34" name="Immagine 33">
            <a:extLst>
              <a:ext uri="{FF2B5EF4-FFF2-40B4-BE49-F238E27FC236}">
                <a16:creationId xmlns:a16="http://schemas.microsoft.com/office/drawing/2014/main" id="{596A4CA1-71D6-7123-4BDE-12FEF328C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230" y="2426062"/>
            <a:ext cx="2254376" cy="247345"/>
          </a:xfrm>
          <a:prstGeom prst="rect">
            <a:avLst/>
          </a:prstGeom>
        </p:spPr>
      </p:pic>
      <p:sp>
        <p:nvSpPr>
          <p:cNvPr id="35" name="Rettangolo 34">
            <a:extLst>
              <a:ext uri="{FF2B5EF4-FFF2-40B4-BE49-F238E27FC236}">
                <a16:creationId xmlns:a16="http://schemas.microsoft.com/office/drawing/2014/main" id="{A33F5CF8-35C8-EA06-6FE0-F7896A5C75C5}"/>
              </a:ext>
            </a:extLst>
          </p:cNvPr>
          <p:cNvSpPr/>
          <p:nvPr/>
        </p:nvSpPr>
        <p:spPr>
          <a:xfrm>
            <a:off x="2415400" y="3116138"/>
            <a:ext cx="3160038" cy="819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2400" b="1">
                <a:solidFill>
                  <a:schemeClr val="tx1"/>
                </a:solidFill>
              </a:rPr>
              <a:t>Importa Profilo</a:t>
            </a:r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329BBD93-E06E-ACC9-EEE7-4E2E77BEC7A7}"/>
              </a:ext>
            </a:extLst>
          </p:cNvPr>
          <p:cNvSpPr/>
          <p:nvPr/>
        </p:nvSpPr>
        <p:spPr>
          <a:xfrm>
            <a:off x="2415400" y="4291038"/>
            <a:ext cx="3160038" cy="819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2400" b="1">
                <a:solidFill>
                  <a:schemeClr val="tx1"/>
                </a:solidFill>
              </a:rPr>
              <a:t>Proximity Map</a:t>
            </a:r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EB4028B8-538B-7E30-F0F6-0F850B88CAE0}"/>
              </a:ext>
            </a:extLst>
          </p:cNvPr>
          <p:cNvSpPr/>
          <p:nvPr/>
        </p:nvSpPr>
        <p:spPr>
          <a:xfrm>
            <a:off x="2415400" y="5434334"/>
            <a:ext cx="3160038" cy="819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2400" b="1">
                <a:solidFill>
                  <a:schemeClr val="tx1"/>
                </a:solidFill>
              </a:rPr>
              <a:t>Roadmap + Ciclo</a:t>
            </a:r>
          </a:p>
        </p:txBody>
      </p:sp>
      <p:sp>
        <p:nvSpPr>
          <p:cNvPr id="40" name="Titolo 39">
            <a:extLst>
              <a:ext uri="{FF2B5EF4-FFF2-40B4-BE49-F238E27FC236}">
                <a16:creationId xmlns:a16="http://schemas.microsoft.com/office/drawing/2014/main" id="{A13BAEAD-2D87-06FD-99A7-798B67B6B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22" y="365125"/>
            <a:ext cx="10058400" cy="662781"/>
          </a:xfrm>
        </p:spPr>
        <p:txBody>
          <a:bodyPr/>
          <a:lstStyle/>
          <a:p>
            <a:r>
              <a:rPr lang="it-IT" sz="3600" b="1"/>
              <a:t>Il Flusso in 3 Macro-Step</a:t>
            </a:r>
          </a:p>
        </p:txBody>
      </p:sp>
    </p:spTree>
    <p:extLst>
      <p:ext uri="{BB962C8B-B14F-4D97-AF65-F5344CB8AC3E}">
        <p14:creationId xmlns:p14="http://schemas.microsoft.com/office/powerpoint/2010/main" val="16494440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o 21">
            <a:extLst>
              <a:ext uri="{FF2B5EF4-FFF2-40B4-BE49-F238E27FC236}">
                <a16:creationId xmlns:a16="http://schemas.microsoft.com/office/drawing/2014/main" id="{FBA481B1-BB90-E4CD-E0F0-063C9677515C}"/>
              </a:ext>
            </a:extLst>
          </p:cNvPr>
          <p:cNvGrpSpPr/>
          <p:nvPr/>
        </p:nvGrpSpPr>
        <p:grpSpPr>
          <a:xfrm>
            <a:off x="3752156" y="2930576"/>
            <a:ext cx="495696" cy="495696"/>
            <a:chOff x="2214910" y="711500"/>
            <a:chExt cx="1173144" cy="1173144"/>
          </a:xfrm>
          <a:solidFill>
            <a:srgbClr val="0296CD"/>
          </a:solidFill>
        </p:grpSpPr>
        <p:sp>
          <p:nvSpPr>
            <p:cNvPr id="23" name="Ovale 22">
              <a:extLst>
                <a:ext uri="{FF2B5EF4-FFF2-40B4-BE49-F238E27FC236}">
                  <a16:creationId xmlns:a16="http://schemas.microsoft.com/office/drawing/2014/main" id="{EC66A579-C9EA-5FF9-B809-877A54055923}"/>
                </a:ext>
              </a:extLst>
            </p:cNvPr>
            <p:cNvSpPr/>
            <p:nvPr/>
          </p:nvSpPr>
          <p:spPr>
            <a:xfrm>
              <a:off x="2214910" y="711500"/>
              <a:ext cx="1173144" cy="1173144"/>
            </a:xfrm>
            <a:prstGeom prst="ellips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4" name="Ovale 4">
              <a:extLst>
                <a:ext uri="{FF2B5EF4-FFF2-40B4-BE49-F238E27FC236}">
                  <a16:creationId xmlns:a16="http://schemas.microsoft.com/office/drawing/2014/main" id="{B2EC8F6A-0B7B-6B00-4296-FB60488A74B2}"/>
                </a:ext>
              </a:extLst>
            </p:cNvPr>
            <p:cNvSpPr txBox="1"/>
            <p:nvPr/>
          </p:nvSpPr>
          <p:spPr>
            <a:xfrm>
              <a:off x="2386713" y="883303"/>
              <a:ext cx="829538" cy="82953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0" tIns="63500" rIns="63500" bIns="63500" numCol="1" spcCol="1270" anchor="ctr" anchorCtr="0">
              <a:noAutofit/>
            </a:bodyPr>
            <a:lstStyle/>
            <a:p>
              <a:pPr lvl="0" algn="ctr" defTabSz="2222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it-IT" sz="5000" kern="1200"/>
            </a:p>
          </p:txBody>
        </p:sp>
      </p:grp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DA57E1A5-6A8D-1BD5-772B-20B7DBE0FCBB}"/>
              </a:ext>
            </a:extLst>
          </p:cNvPr>
          <p:cNvGrpSpPr/>
          <p:nvPr/>
        </p:nvGrpSpPr>
        <p:grpSpPr>
          <a:xfrm>
            <a:off x="3752156" y="4066004"/>
            <a:ext cx="495696" cy="495696"/>
            <a:chOff x="2214910" y="711500"/>
            <a:chExt cx="1173144" cy="1173144"/>
          </a:xfrm>
          <a:solidFill>
            <a:srgbClr val="0296CD"/>
          </a:solidFill>
        </p:grpSpPr>
        <p:sp>
          <p:nvSpPr>
            <p:cNvPr id="27" name="Ovale 26">
              <a:extLst>
                <a:ext uri="{FF2B5EF4-FFF2-40B4-BE49-F238E27FC236}">
                  <a16:creationId xmlns:a16="http://schemas.microsoft.com/office/drawing/2014/main" id="{9156A98B-FA49-E98B-584B-CC5C20C7C975}"/>
                </a:ext>
              </a:extLst>
            </p:cNvPr>
            <p:cNvSpPr/>
            <p:nvPr/>
          </p:nvSpPr>
          <p:spPr>
            <a:xfrm>
              <a:off x="2214910" y="711500"/>
              <a:ext cx="1173144" cy="1173144"/>
            </a:xfrm>
            <a:prstGeom prst="ellips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8" name="Ovale 4">
              <a:extLst>
                <a:ext uri="{FF2B5EF4-FFF2-40B4-BE49-F238E27FC236}">
                  <a16:creationId xmlns:a16="http://schemas.microsoft.com/office/drawing/2014/main" id="{9ED41DC2-FD2E-E65E-AEB4-76BFAC36223F}"/>
                </a:ext>
              </a:extLst>
            </p:cNvPr>
            <p:cNvSpPr txBox="1"/>
            <p:nvPr/>
          </p:nvSpPr>
          <p:spPr>
            <a:xfrm>
              <a:off x="2386713" y="883303"/>
              <a:ext cx="829538" cy="82953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0" tIns="63500" rIns="63500" bIns="63500" numCol="1" spcCol="1270" anchor="ctr" anchorCtr="0">
              <a:noAutofit/>
            </a:bodyPr>
            <a:lstStyle/>
            <a:p>
              <a:pPr lvl="0" algn="ctr" defTabSz="2222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it-IT" sz="5000" kern="1200"/>
            </a:p>
          </p:txBody>
        </p:sp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6AEAB927-0621-5ECE-2572-880126DCEEFC}"/>
              </a:ext>
            </a:extLst>
          </p:cNvPr>
          <p:cNvGrpSpPr/>
          <p:nvPr/>
        </p:nvGrpSpPr>
        <p:grpSpPr>
          <a:xfrm>
            <a:off x="3752156" y="5186486"/>
            <a:ext cx="495696" cy="495696"/>
            <a:chOff x="2214910" y="711500"/>
            <a:chExt cx="1173144" cy="1173144"/>
          </a:xfrm>
          <a:solidFill>
            <a:srgbClr val="0296CD"/>
          </a:solidFill>
        </p:grpSpPr>
        <p:sp>
          <p:nvSpPr>
            <p:cNvPr id="31" name="Ovale 30">
              <a:extLst>
                <a:ext uri="{FF2B5EF4-FFF2-40B4-BE49-F238E27FC236}">
                  <a16:creationId xmlns:a16="http://schemas.microsoft.com/office/drawing/2014/main" id="{73613D22-6696-9CDC-79BA-AF1D8BCBCA49}"/>
                </a:ext>
              </a:extLst>
            </p:cNvPr>
            <p:cNvSpPr/>
            <p:nvPr/>
          </p:nvSpPr>
          <p:spPr>
            <a:xfrm>
              <a:off x="2214910" y="711500"/>
              <a:ext cx="1173144" cy="1173144"/>
            </a:xfrm>
            <a:prstGeom prst="ellips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32" name="Ovale 4">
              <a:extLst>
                <a:ext uri="{FF2B5EF4-FFF2-40B4-BE49-F238E27FC236}">
                  <a16:creationId xmlns:a16="http://schemas.microsoft.com/office/drawing/2014/main" id="{C0810B80-3F4A-875B-54CF-4832AB37F360}"/>
                </a:ext>
              </a:extLst>
            </p:cNvPr>
            <p:cNvSpPr txBox="1"/>
            <p:nvPr/>
          </p:nvSpPr>
          <p:spPr>
            <a:xfrm>
              <a:off x="2386713" y="883303"/>
              <a:ext cx="829538" cy="82953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0" tIns="63500" rIns="63500" bIns="63500" numCol="1" spcCol="1270" anchor="ctr" anchorCtr="0">
              <a:noAutofit/>
            </a:bodyPr>
            <a:lstStyle/>
            <a:p>
              <a:pPr lvl="0" algn="ctr" defTabSz="2222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it-IT" sz="5000" kern="1200">
                <a:solidFill>
                  <a:schemeClr val="bg1"/>
                </a:solidFill>
              </a:endParaRPr>
            </a:p>
          </p:txBody>
        </p:sp>
      </p:grp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880A6D10-5F18-3BB9-EB47-48BD7FF263CC}"/>
              </a:ext>
            </a:extLst>
          </p:cNvPr>
          <p:cNvSpPr txBox="1"/>
          <p:nvPr/>
        </p:nvSpPr>
        <p:spPr>
          <a:xfrm>
            <a:off x="3794272" y="2916814"/>
            <a:ext cx="423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1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9621F4BA-F387-673A-6A7F-E862AEE66738}"/>
              </a:ext>
            </a:extLst>
          </p:cNvPr>
          <p:cNvSpPr txBox="1"/>
          <p:nvPr/>
        </p:nvSpPr>
        <p:spPr>
          <a:xfrm>
            <a:off x="3794272" y="4052242"/>
            <a:ext cx="423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2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CAC29E82-17E9-DAED-FD9C-07FDEF2702F3}"/>
              </a:ext>
            </a:extLst>
          </p:cNvPr>
          <p:cNvSpPr txBox="1"/>
          <p:nvPr/>
        </p:nvSpPr>
        <p:spPr>
          <a:xfrm>
            <a:off x="3794272" y="5172724"/>
            <a:ext cx="423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3</a:t>
            </a:r>
          </a:p>
        </p:txBody>
      </p:sp>
      <p:sp>
        <p:nvSpPr>
          <p:cNvPr id="4" name="Titolo 2">
            <a:extLst>
              <a:ext uri="{FF2B5EF4-FFF2-40B4-BE49-F238E27FC236}">
                <a16:creationId xmlns:a16="http://schemas.microsoft.com/office/drawing/2014/main" id="{AE6FB7D6-A573-B8B5-F2E0-B51AC6638E8B}"/>
              </a:ext>
            </a:extLst>
          </p:cNvPr>
          <p:cNvSpPr txBox="1">
            <a:spLocks/>
          </p:cNvSpPr>
          <p:nvPr/>
        </p:nvSpPr>
        <p:spPr>
          <a:xfrm>
            <a:off x="6183265" y="1027906"/>
            <a:ext cx="37054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pPr algn="ctr"/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F8B5D131-A7B9-EDE1-EDAA-9605A90C189B}"/>
              </a:ext>
            </a:extLst>
          </p:cNvPr>
          <p:cNvGrpSpPr/>
          <p:nvPr/>
        </p:nvGrpSpPr>
        <p:grpSpPr>
          <a:xfrm>
            <a:off x="7852780" y="2930576"/>
            <a:ext cx="495696" cy="495696"/>
            <a:chOff x="2214910" y="711500"/>
            <a:chExt cx="1173144" cy="1173144"/>
          </a:xfrm>
          <a:solidFill>
            <a:srgbClr val="F68121"/>
          </a:solidFill>
        </p:grpSpPr>
        <p:sp>
          <p:nvSpPr>
            <p:cNvPr id="6" name="Ovale 5">
              <a:extLst>
                <a:ext uri="{FF2B5EF4-FFF2-40B4-BE49-F238E27FC236}">
                  <a16:creationId xmlns:a16="http://schemas.microsoft.com/office/drawing/2014/main" id="{5FED6EB4-D6DC-C28E-E055-9547EAA2789E}"/>
                </a:ext>
              </a:extLst>
            </p:cNvPr>
            <p:cNvSpPr/>
            <p:nvPr/>
          </p:nvSpPr>
          <p:spPr>
            <a:xfrm>
              <a:off x="2214910" y="711500"/>
              <a:ext cx="1173144" cy="1173144"/>
            </a:xfrm>
            <a:prstGeom prst="ellips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7" name="Ovale 4">
              <a:extLst>
                <a:ext uri="{FF2B5EF4-FFF2-40B4-BE49-F238E27FC236}">
                  <a16:creationId xmlns:a16="http://schemas.microsoft.com/office/drawing/2014/main" id="{B579366C-56B4-73DA-7684-2E8D0AA37BEB}"/>
                </a:ext>
              </a:extLst>
            </p:cNvPr>
            <p:cNvSpPr txBox="1"/>
            <p:nvPr/>
          </p:nvSpPr>
          <p:spPr>
            <a:xfrm>
              <a:off x="2386713" y="883303"/>
              <a:ext cx="829538" cy="82953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0" tIns="63500" rIns="63500" bIns="63500" numCol="1" spcCol="1270" anchor="ctr" anchorCtr="0">
              <a:noAutofit/>
            </a:bodyPr>
            <a:lstStyle/>
            <a:p>
              <a:pPr lvl="0" algn="ctr" defTabSz="2222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it-IT" sz="5000" kern="1200"/>
            </a:p>
          </p:txBody>
        </p:sp>
      </p:grp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2B682C0-A29E-E2C3-DDD4-7A1248877194}"/>
              </a:ext>
            </a:extLst>
          </p:cNvPr>
          <p:cNvSpPr txBox="1"/>
          <p:nvPr/>
        </p:nvSpPr>
        <p:spPr>
          <a:xfrm>
            <a:off x="7894896" y="2916814"/>
            <a:ext cx="423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1</a:t>
            </a: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A6951BDE-54AC-43FB-7BC0-FF00275F0C20}"/>
              </a:ext>
            </a:extLst>
          </p:cNvPr>
          <p:cNvGrpSpPr/>
          <p:nvPr/>
        </p:nvGrpSpPr>
        <p:grpSpPr>
          <a:xfrm>
            <a:off x="7852780" y="4066004"/>
            <a:ext cx="495696" cy="495696"/>
            <a:chOff x="2214910" y="711500"/>
            <a:chExt cx="1173144" cy="1173144"/>
          </a:xfrm>
          <a:solidFill>
            <a:srgbClr val="F68121"/>
          </a:solidFill>
        </p:grpSpPr>
        <p:sp>
          <p:nvSpPr>
            <p:cNvPr id="10" name="Ovale 9">
              <a:extLst>
                <a:ext uri="{FF2B5EF4-FFF2-40B4-BE49-F238E27FC236}">
                  <a16:creationId xmlns:a16="http://schemas.microsoft.com/office/drawing/2014/main" id="{5F8A0C4E-8165-62BB-4F41-2540B3169310}"/>
                </a:ext>
              </a:extLst>
            </p:cNvPr>
            <p:cNvSpPr/>
            <p:nvPr/>
          </p:nvSpPr>
          <p:spPr>
            <a:xfrm>
              <a:off x="2214910" y="711500"/>
              <a:ext cx="1173144" cy="1173144"/>
            </a:xfrm>
            <a:prstGeom prst="ellips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1" name="Ovale 4">
              <a:extLst>
                <a:ext uri="{FF2B5EF4-FFF2-40B4-BE49-F238E27FC236}">
                  <a16:creationId xmlns:a16="http://schemas.microsoft.com/office/drawing/2014/main" id="{23F44CCF-7D3F-E403-C83E-A9BB5CCE485C}"/>
                </a:ext>
              </a:extLst>
            </p:cNvPr>
            <p:cNvSpPr txBox="1"/>
            <p:nvPr/>
          </p:nvSpPr>
          <p:spPr>
            <a:xfrm>
              <a:off x="2386713" y="883303"/>
              <a:ext cx="829538" cy="82953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0" tIns="63500" rIns="63500" bIns="63500" numCol="1" spcCol="1270" anchor="ctr" anchorCtr="0">
              <a:noAutofit/>
            </a:bodyPr>
            <a:lstStyle/>
            <a:p>
              <a:pPr lvl="0" algn="ctr" defTabSz="2222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it-IT" sz="5000" kern="1200"/>
            </a:p>
          </p:txBody>
        </p:sp>
      </p:grp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146064F-476D-A682-F93A-C28FBC00E380}"/>
              </a:ext>
            </a:extLst>
          </p:cNvPr>
          <p:cNvSpPr txBox="1"/>
          <p:nvPr/>
        </p:nvSpPr>
        <p:spPr>
          <a:xfrm>
            <a:off x="7894896" y="4052242"/>
            <a:ext cx="423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2</a:t>
            </a:r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EE14A7CA-F286-E38E-FE95-7CC43A8CF318}"/>
              </a:ext>
            </a:extLst>
          </p:cNvPr>
          <p:cNvGrpSpPr/>
          <p:nvPr/>
        </p:nvGrpSpPr>
        <p:grpSpPr>
          <a:xfrm>
            <a:off x="7852780" y="5186486"/>
            <a:ext cx="495696" cy="495696"/>
            <a:chOff x="2214910" y="711500"/>
            <a:chExt cx="1173144" cy="1173144"/>
          </a:xfrm>
          <a:solidFill>
            <a:srgbClr val="F68121"/>
          </a:solidFill>
        </p:grpSpPr>
        <p:sp>
          <p:nvSpPr>
            <p:cNvPr id="14" name="Ovale 13">
              <a:extLst>
                <a:ext uri="{FF2B5EF4-FFF2-40B4-BE49-F238E27FC236}">
                  <a16:creationId xmlns:a16="http://schemas.microsoft.com/office/drawing/2014/main" id="{C7B3A622-F8B3-4536-D03D-379921DE5353}"/>
                </a:ext>
              </a:extLst>
            </p:cNvPr>
            <p:cNvSpPr/>
            <p:nvPr/>
          </p:nvSpPr>
          <p:spPr>
            <a:xfrm>
              <a:off x="2214910" y="711500"/>
              <a:ext cx="1173144" cy="1173144"/>
            </a:xfrm>
            <a:prstGeom prst="ellips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5" name="Ovale 4">
              <a:extLst>
                <a:ext uri="{FF2B5EF4-FFF2-40B4-BE49-F238E27FC236}">
                  <a16:creationId xmlns:a16="http://schemas.microsoft.com/office/drawing/2014/main" id="{7C53C2D9-70E9-FDA8-C740-5BC0B2BEFD25}"/>
                </a:ext>
              </a:extLst>
            </p:cNvPr>
            <p:cNvSpPr txBox="1"/>
            <p:nvPr/>
          </p:nvSpPr>
          <p:spPr>
            <a:xfrm>
              <a:off x="2386713" y="883303"/>
              <a:ext cx="829538" cy="82953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3500" tIns="63500" rIns="63500" bIns="63500" numCol="1" spcCol="1270" anchor="ctr" anchorCtr="0">
              <a:noAutofit/>
            </a:bodyPr>
            <a:lstStyle/>
            <a:p>
              <a:pPr lvl="0" algn="ctr" defTabSz="2222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it-IT" sz="5000" kern="1200">
                <a:solidFill>
                  <a:schemeClr val="bg1"/>
                </a:solidFill>
              </a:endParaRPr>
            </a:p>
          </p:txBody>
        </p:sp>
      </p:grp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B3BD2612-5D99-D0BC-0CB2-7899FF1A1DE0}"/>
              </a:ext>
            </a:extLst>
          </p:cNvPr>
          <p:cNvSpPr txBox="1"/>
          <p:nvPr/>
        </p:nvSpPr>
        <p:spPr>
          <a:xfrm>
            <a:off x="7894896" y="5172724"/>
            <a:ext cx="423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3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A3D27A20-AF43-FFC7-6EF7-DA3F1E171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854" y="2426062"/>
            <a:ext cx="2254376" cy="247345"/>
          </a:xfrm>
          <a:prstGeom prst="rect">
            <a:avLst/>
          </a:prstGeom>
        </p:spPr>
      </p:pic>
      <p:sp>
        <p:nvSpPr>
          <p:cNvPr id="18" name="Rettangolo 17">
            <a:extLst>
              <a:ext uri="{FF2B5EF4-FFF2-40B4-BE49-F238E27FC236}">
                <a16:creationId xmlns:a16="http://schemas.microsoft.com/office/drawing/2014/main" id="{BFB85852-8999-3EB9-DA9D-02546F1131DC}"/>
              </a:ext>
            </a:extLst>
          </p:cNvPr>
          <p:cNvSpPr/>
          <p:nvPr/>
        </p:nvSpPr>
        <p:spPr>
          <a:xfrm>
            <a:off x="6516024" y="3116138"/>
            <a:ext cx="3160038" cy="819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1650">
                <a:solidFill>
                  <a:schemeClr val="tx1"/>
                </a:solidFill>
              </a:rPr>
              <a:t>Settimane 1–2: Architettura di dettaglio, wireframe UX, ambienti configurati.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35A0723A-71E8-44FE-7CDB-EEB6F0FDEAF9}"/>
              </a:ext>
            </a:extLst>
          </p:cNvPr>
          <p:cNvSpPr/>
          <p:nvPr/>
        </p:nvSpPr>
        <p:spPr>
          <a:xfrm>
            <a:off x="6516024" y="4291038"/>
            <a:ext cx="3160038" cy="819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1650">
                <a:solidFill>
                  <a:schemeClr val="tx1"/>
                </a:solidFill>
              </a:rPr>
              <a:t>Settimane 3–6: Backend, catalogo, connettore (stub), pipeline AI: estrazione, proximity, roadmap.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E8838B5-D233-731D-47D6-E3F30623B009}"/>
              </a:ext>
            </a:extLst>
          </p:cNvPr>
          <p:cNvSpPr/>
          <p:nvPr/>
        </p:nvSpPr>
        <p:spPr>
          <a:xfrm>
            <a:off x="6516024" y="5434334"/>
            <a:ext cx="3160038" cy="819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1650">
                <a:solidFill>
                  <a:schemeClr val="tx1"/>
                </a:solidFill>
              </a:rPr>
              <a:t>Settimane 7–10: Flusso dipendente completo, dashboard counselor, hardening, deploy Azure.</a:t>
            </a:r>
          </a:p>
        </p:txBody>
      </p:sp>
      <p:sp>
        <p:nvSpPr>
          <p:cNvPr id="21" name="Titolo 2">
            <a:extLst>
              <a:ext uri="{FF2B5EF4-FFF2-40B4-BE49-F238E27FC236}">
                <a16:creationId xmlns:a16="http://schemas.microsoft.com/office/drawing/2014/main" id="{60BF1393-A47A-B91A-FA1D-E75539D3D7EC}"/>
              </a:ext>
            </a:extLst>
          </p:cNvPr>
          <p:cNvSpPr txBox="1">
            <a:spLocks/>
          </p:cNvSpPr>
          <p:nvPr/>
        </p:nvSpPr>
        <p:spPr>
          <a:xfrm>
            <a:off x="2082641" y="1027906"/>
            <a:ext cx="37054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pPr algn="ctr"/>
            <a:r>
              <a:rPr lang="it-IT" sz="4000"/>
              <a:t>MVP in 10 Settimane</a:t>
            </a:r>
          </a:p>
        </p:txBody>
      </p:sp>
      <p:pic>
        <p:nvPicPr>
          <p:cNvPr id="34" name="Immagine 33">
            <a:extLst>
              <a:ext uri="{FF2B5EF4-FFF2-40B4-BE49-F238E27FC236}">
                <a16:creationId xmlns:a16="http://schemas.microsoft.com/office/drawing/2014/main" id="{596A4CA1-71D6-7123-4BDE-12FEF328C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230" y="2426062"/>
            <a:ext cx="2254376" cy="247345"/>
          </a:xfrm>
          <a:prstGeom prst="rect">
            <a:avLst/>
          </a:prstGeom>
        </p:spPr>
      </p:pic>
      <p:sp>
        <p:nvSpPr>
          <p:cNvPr id="35" name="Rettangolo 34">
            <a:extLst>
              <a:ext uri="{FF2B5EF4-FFF2-40B4-BE49-F238E27FC236}">
                <a16:creationId xmlns:a16="http://schemas.microsoft.com/office/drawing/2014/main" id="{A33F5CF8-35C8-EA06-6FE0-F7896A5C75C5}"/>
              </a:ext>
            </a:extLst>
          </p:cNvPr>
          <p:cNvSpPr/>
          <p:nvPr/>
        </p:nvSpPr>
        <p:spPr>
          <a:xfrm>
            <a:off x="2415400" y="3116138"/>
            <a:ext cx="3160038" cy="819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2400" b="1">
                <a:solidFill>
                  <a:schemeClr val="tx1"/>
                </a:solidFill>
              </a:rPr>
              <a:t>Setup &amp; Design</a:t>
            </a:r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329BBD93-E06E-ACC9-EEE7-4E2E77BEC7A7}"/>
              </a:ext>
            </a:extLst>
          </p:cNvPr>
          <p:cNvSpPr/>
          <p:nvPr/>
        </p:nvSpPr>
        <p:spPr>
          <a:xfrm>
            <a:off x="2415400" y="4291038"/>
            <a:ext cx="3160038" cy="819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2400" b="1">
                <a:solidFill>
                  <a:schemeClr val="tx1"/>
                </a:solidFill>
              </a:rPr>
              <a:t>Core + LLM Pipeline</a:t>
            </a:r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EB4028B8-538B-7E30-F0F6-0F850B88CAE0}"/>
              </a:ext>
            </a:extLst>
          </p:cNvPr>
          <p:cNvSpPr/>
          <p:nvPr/>
        </p:nvSpPr>
        <p:spPr>
          <a:xfrm>
            <a:off x="2415400" y="5434334"/>
            <a:ext cx="3160038" cy="819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2400" b="1">
                <a:solidFill>
                  <a:schemeClr val="tx1"/>
                </a:solidFill>
              </a:rPr>
              <a:t>Frontend + Deploy</a:t>
            </a:r>
          </a:p>
        </p:txBody>
      </p:sp>
      <p:sp>
        <p:nvSpPr>
          <p:cNvPr id="40" name="Titolo 39">
            <a:extLst>
              <a:ext uri="{FF2B5EF4-FFF2-40B4-BE49-F238E27FC236}">
                <a16:creationId xmlns:a16="http://schemas.microsoft.com/office/drawing/2014/main" id="{A13BAEAD-2D87-06FD-99A7-798B67B6B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22" y="365125"/>
            <a:ext cx="10058400" cy="662781"/>
          </a:xfrm>
        </p:spPr>
        <p:txBody>
          <a:bodyPr/>
          <a:lstStyle/>
          <a:p>
            <a:r>
              <a:rPr lang="it-IT" sz="3600" b="1"/>
              <a:t>Piano di Lavoro — Fase 1</a:t>
            </a:r>
          </a:p>
        </p:txBody>
      </p:sp>
    </p:spTree>
    <p:extLst>
      <p:ext uri="{BB962C8B-B14F-4D97-AF65-F5344CB8AC3E}">
        <p14:creationId xmlns:p14="http://schemas.microsoft.com/office/powerpoint/2010/main" val="16494440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849768" y="2801939"/>
            <a:ext cx="10492464" cy="125412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it-IT" sz="4800" b="1" dirty="0">
                <a:solidFill>
                  <a:schemeClr val="tx1"/>
                </a:solidFill>
              </a:rPr>
              <a:t>04 — Piano &amp; Stima</a:t>
            </a:r>
          </a:p>
        </p:txBody>
      </p:sp>
    </p:spTree>
    <p:extLst>
      <p:ext uri="{BB962C8B-B14F-4D97-AF65-F5344CB8AC3E}">
        <p14:creationId xmlns:p14="http://schemas.microsoft.com/office/powerpoint/2010/main" val="623725564"/>
      </p:ext>
    </p:extLst>
  </p:cSld>
  <p:clrMapOvr>
    <a:masterClrMapping/>
  </p:clrMapOvr>
</p:sld>
</file>

<file path=ppt/theme/theme1.xml><?xml version="1.0" encoding="utf-8"?>
<a:theme xmlns:a="http://schemas.openxmlformats.org/drawingml/2006/main" name="16_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1_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3_Personalizza struttura">
  <a:themeElements>
    <a:clrScheme name="Personalizzato 1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B4176D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Segoe UI">
      <a:majorFont>
        <a:latin typeface="Segoe UI Ligh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_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7_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9_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20_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ghi xmlns="a2c09d41-e33e-4ae8-a217-320d8d223dd3">Template Agic PPT</Loghi>
    <SharedWithUsers xmlns="0c938ee3-4c80-437b-9669-d7d5c0ba29a2">
      <UserInfo>
        <DisplayName>Marco Valerio Cecilia Santamaria</DisplayName>
        <AccountId>142</AccountId>
        <AccountType/>
      </UserInfo>
    </SharedWithUsers>
    <_Flow_SignoffStatus xmlns="a2c09d41-e33e-4ae8-a217-320d8d223dd3" xsi:nil="true"/>
    <lcf76f155ced4ddcb4097134ff3c332f xmlns="a2c09d41-e33e-4ae8-a217-320d8d223dd3">
      <Terms xmlns="http://schemas.microsoft.com/office/infopath/2007/PartnerControls"/>
    </lcf76f155ced4ddcb4097134ff3c332f>
    <TaxCatchAll xmlns="0c938ee3-4c80-437b-9669-d7d5c0ba29a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39A3B68745BF40A2C30CC98D70930B" ma:contentTypeVersion="30" ma:contentTypeDescription="Create a new document." ma:contentTypeScope="" ma:versionID="ea82769beeed11f946ab68efec81c79f">
  <xsd:schema xmlns:xsd="http://www.w3.org/2001/XMLSchema" xmlns:xs="http://www.w3.org/2001/XMLSchema" xmlns:p="http://schemas.microsoft.com/office/2006/metadata/properties" xmlns:ns2="a2c09d41-e33e-4ae8-a217-320d8d223dd3" xmlns:ns3="0c938ee3-4c80-437b-9669-d7d5c0ba29a2" targetNamespace="http://schemas.microsoft.com/office/2006/metadata/properties" ma:root="true" ma:fieldsID="1b1be64ab57ff891c4a61b47ee9c8105" ns2:_="" ns3:_="">
    <xsd:import namespace="a2c09d41-e33e-4ae8-a217-320d8d223dd3"/>
    <xsd:import namespace="0c938ee3-4c80-437b-9669-d7d5c0ba29a2"/>
    <xsd:element name="properties">
      <xsd:complexType>
        <xsd:sequence>
          <xsd:element name="documentManagement">
            <xsd:complexType>
              <xsd:all>
                <xsd:element ref="ns2:Loghi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_Flow_SignoffStatu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c09d41-e33e-4ae8-a217-320d8d223dd3" elementFormDefault="qualified">
    <xsd:import namespace="http://schemas.microsoft.com/office/2006/documentManagement/types"/>
    <xsd:import namespace="http://schemas.microsoft.com/office/infopath/2007/PartnerControls"/>
    <xsd:element name="Loghi" ma:index="8" ma:displayName="Tipologia" ma:default="Avvisi scadenza E.P." ma:format="Dropdown" ma:internalName="Loghi" ma:readOnly="false">
      <xsd:simpleType>
        <xsd:restriction base="dms:Choice">
          <xsd:enumeration value="Avvisi scadenza E.P."/>
          <xsd:enumeration value="Brochure"/>
          <xsd:enumeration value="Carta intestata"/>
          <xsd:enumeration value="Contratto Appl. Maint."/>
          <xsd:enumeration value="Contratti Licenze"/>
          <xsd:enumeration value="Contratti Servizi Cloud"/>
          <xsd:enumeration value="Offerte"/>
          <xsd:enumeration value="Presentazioni Aziendali"/>
          <xsd:enumeration value="Offerte 2018"/>
          <xsd:enumeration value="Offerte e Contratti Servizi e Licenze 2018"/>
          <xsd:enumeration value="Offerte e Contratti Servizi Cloud 2020"/>
          <xsd:enumeration value="Offerte e Contratti Servizi di Application Maintenance 2018"/>
          <xsd:enumeration value="Template Agic PPT"/>
          <xsd:enumeration value="Template Documenti Word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_Flow_SignoffStatus" ma:index="13" nillable="true" ma:displayName="Sign-off status" ma:internalName="Sign_x002d_off_x0020_status" ma:readOnly="fals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Tag immagine" ma:readOnly="false" ma:fieldId="{5cf76f15-5ced-4ddc-b409-7134ff3c332f}" ma:taxonomyMulti="true" ma:sspId="f5ff1740-f7f3-45a6-ab0c-91b7061653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938ee3-4c80-437b-9669-d7d5c0ba29a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Condiviso con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1f7a9a98-4749-4ed5-bd4f-eb41345e4e25}" ma:internalName="TaxCatchAll" ma:showField="CatchAllData" ma:web="0c938ee3-4c80-437b-9669-d7d5c0ba29a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27EC002-3E21-4938-82C5-96DFBFEA70D1}">
  <ds:schemaRefs>
    <ds:schemaRef ds:uri="http://schemas.microsoft.com/office/infopath/2007/PartnerControls"/>
    <ds:schemaRef ds:uri="http://www.w3.org/XML/1998/namespace"/>
    <ds:schemaRef ds:uri="0c938ee3-4c80-437b-9669-d7d5c0ba29a2"/>
    <ds:schemaRef ds:uri="http://purl.org/dc/elements/1.1/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a2c09d41-e33e-4ae8-a217-320d8d223dd3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B1EF86D-EE85-4078-B0D7-4C09C539E6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6AF162-FA18-436B-A97E-ED5FFEA8A9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2c09d41-e33e-4ae8-a217-320d8d223dd3"/>
    <ds:schemaRef ds:uri="0c938ee3-4c80-437b-9669-d7d5c0ba29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827</Words>
  <Application>Microsoft Office PowerPoint</Application>
  <PresentationFormat>Widescreen</PresentationFormat>
  <Paragraphs>157</Paragraphs>
  <Slides>40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11</vt:i4>
      </vt:variant>
      <vt:variant>
        <vt:lpstr>Slide Titles</vt:lpstr>
      </vt:variant>
      <vt:variant>
        <vt:i4>40</vt:i4>
      </vt:variant>
    </vt:vector>
  </HeadingPairs>
  <TitlesOfParts>
    <vt:vector size="51" baseType="lpstr">
      <vt:lpstr>16_Personalizza struttura</vt:lpstr>
      <vt:lpstr>5_Personalizza struttura</vt:lpstr>
      <vt:lpstr>Personalizza struttura</vt:lpstr>
      <vt:lpstr>11_Personalizza struttura</vt:lpstr>
      <vt:lpstr>1_Personalizza struttura</vt:lpstr>
      <vt:lpstr>2_Personalizza struttura</vt:lpstr>
      <vt:lpstr>3_Personalizza struttura</vt:lpstr>
      <vt:lpstr>4_Personalizza struttura</vt:lpstr>
      <vt:lpstr>17_Personalizza struttura</vt:lpstr>
      <vt:lpstr>19_Personalizza struttura</vt:lpstr>
      <vt:lpstr>20_Personalizza struttura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PALETTE COLORI / BALLOONS</vt:lpstr>
      <vt:lpstr>PowerPoint Presentation</vt:lpstr>
      <vt:lpstr>LAYOUT VARI</vt:lpstr>
      <vt:lpstr>     LOREM IPSUM | Lorem ipsum</vt:lpstr>
      <vt:lpstr>     LOREM IPSUM | Lorem ipsum</vt:lpstr>
      <vt:lpstr>     LOREM IPSUM | Lorem ipsum</vt:lpstr>
      <vt:lpstr>     LOREM IPSUM | Lorem ipsum</vt:lpstr>
      <vt:lpstr>     LOREM IPSUM | Lorem ipsum</vt:lpstr>
      <vt:lpstr>     LOREM IPSUM | Lorem ipsum</vt:lpstr>
      <vt:lpstr>PowerPoint Presentation</vt:lpstr>
      <vt:lpstr>ICONE</vt:lpstr>
      <vt:lpstr>PowerPoint Presentation</vt:lpstr>
      <vt:lpstr>PowerPoint Presentation</vt:lpstr>
      <vt:lpstr>PowerPoint Presentation</vt:lpstr>
      <vt:lpstr>Persone</vt:lpstr>
      <vt:lpstr>PowerPoint Presentation</vt:lpstr>
      <vt:lpstr>Icone colorate</vt:lpstr>
      <vt:lpstr>Frecce e check</vt:lpstr>
      <vt:lpstr>LOGHI AGIC GROUP</vt:lpstr>
      <vt:lpstr>PowerPoint Presentation</vt:lpstr>
      <vt:lpstr>PowerPoint Presentation</vt:lpstr>
      <vt:lpstr>ICONE DINAMICHE (colore modificabile)</vt:lpstr>
      <vt:lpstr>PowerPoint Presentation</vt:lpstr>
      <vt:lpstr>ELEMENTI GRAFICI</vt:lpstr>
      <vt:lpstr>PowerPoint Presentation</vt:lpstr>
      <vt:lpstr>PowerPoint Presentation</vt:lpstr>
      <vt:lpstr>INDICI</vt:lpstr>
      <vt:lpstr>AGENDA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Sara Caruso</dc:creator>
  <cp:lastModifiedBy>Antonia Di Pietro</cp:lastModifiedBy>
  <cp:revision>29</cp:revision>
  <dcterms:created xsi:type="dcterms:W3CDTF">2015-02-10T09:19:44Z</dcterms:created>
  <dcterms:modified xsi:type="dcterms:W3CDTF">2026-02-25T08:20:30Z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0x0101008239A3B68745BF40A2C30CC98D70930B</vt:lpwstr>
  </property>
  <property fmtid="{D5CDD505-2E9C-101B-9397-08002B2CF9AE}" pid="3" name="MediaServiceImageTags">
    <vt:lpwstr/>
  </property>
</Properties>
</file>